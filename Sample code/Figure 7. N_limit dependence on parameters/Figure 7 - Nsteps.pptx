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9728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94"/>
  </p:normalViewPr>
  <p:slideViewPr>
    <p:cSldViewPr snapToGrid="0">
      <p:cViewPr varScale="1">
        <p:scale>
          <a:sx n="132" d="100"/>
          <a:sy n="132" d="100"/>
        </p:scale>
        <p:origin x="184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598593"/>
            <a:ext cx="82296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21087"/>
            <a:ext cx="82296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0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8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911860"/>
            <a:ext cx="946404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2447714"/>
            <a:ext cx="946404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973666"/>
            <a:ext cx="46634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973666"/>
            <a:ext cx="46634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7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194734"/>
            <a:ext cx="946404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896620"/>
            <a:ext cx="4642008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1336040"/>
            <a:ext cx="464200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896620"/>
            <a:ext cx="4664869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1336040"/>
            <a:ext cx="4664869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2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5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8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43840"/>
            <a:ext cx="35390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526627"/>
            <a:ext cx="555498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097280"/>
            <a:ext cx="35390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43840"/>
            <a:ext cx="35390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526627"/>
            <a:ext cx="555498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097280"/>
            <a:ext cx="35390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5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4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194733"/>
            <a:ext cx="236601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194733"/>
            <a:ext cx="696087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194734"/>
            <a:ext cx="946404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973666"/>
            <a:ext cx="946404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3390054"/>
            <a:ext cx="24688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A8A13-8D72-A04A-B2C1-C42F42AA96D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3390054"/>
            <a:ext cx="370332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3390054"/>
            <a:ext cx="24688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36658-C869-5A4F-9832-39985C964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1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49B4B7B-E359-D172-D526-0BF5351EC2D4}"/>
              </a:ext>
            </a:extLst>
          </p:cNvPr>
          <p:cNvGrpSpPr/>
          <p:nvPr/>
        </p:nvGrpSpPr>
        <p:grpSpPr>
          <a:xfrm>
            <a:off x="553321" y="498696"/>
            <a:ext cx="10057964" cy="2733765"/>
            <a:chOff x="774301" y="668341"/>
            <a:chExt cx="10057964" cy="27337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2413C0C-3B0D-D90F-E2CD-6AAFDA0EF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4301" y="768165"/>
              <a:ext cx="3459480" cy="259461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65CC5A-9B02-855A-033A-23E07DD79C8A}"/>
                </a:ext>
              </a:extLst>
            </p:cNvPr>
            <p:cNvGrpSpPr/>
            <p:nvPr/>
          </p:nvGrpSpPr>
          <p:grpSpPr>
            <a:xfrm>
              <a:off x="2184225" y="668341"/>
              <a:ext cx="3785913" cy="305020"/>
              <a:chOff x="1871404" y="534476"/>
              <a:chExt cx="3785913" cy="30502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B3D028-3401-B3E9-1EA8-78ED90A7E3D3}"/>
                  </a:ext>
                </a:extLst>
              </p:cNvPr>
              <p:cNvSpPr txBox="1"/>
              <p:nvPr/>
            </p:nvSpPr>
            <p:spPr>
              <a:xfrm>
                <a:off x="1871404" y="534476"/>
                <a:ext cx="525517" cy="305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02D2FE-C85B-B700-226C-CCF667B4982F}"/>
                  </a:ext>
                </a:extLst>
              </p:cNvPr>
              <p:cNvSpPr txBox="1"/>
              <p:nvPr/>
            </p:nvSpPr>
            <p:spPr>
              <a:xfrm>
                <a:off x="5131800" y="534476"/>
                <a:ext cx="525517" cy="305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898914-25AA-63D9-B52C-6746F1913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5380" y="1026345"/>
              <a:ext cx="3192936" cy="237576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9318E97-B1D4-2D85-E27C-38ADEDFFD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4212" y="768165"/>
              <a:ext cx="3478053" cy="260854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6F74D0E-7567-E3FF-6196-79ED407A4CC9}"/>
              </a:ext>
            </a:extLst>
          </p:cNvPr>
          <p:cNvSpPr txBox="1"/>
          <p:nvPr/>
        </p:nvSpPr>
        <p:spPr>
          <a:xfrm>
            <a:off x="8606830" y="496849"/>
            <a:ext cx="525517" cy="305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604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508</TotalTime>
  <Words>9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12</cp:revision>
  <dcterms:created xsi:type="dcterms:W3CDTF">2026-09-02T23:29:51Z</dcterms:created>
  <dcterms:modified xsi:type="dcterms:W3CDTF">2026-09-17T15:19:10Z</dcterms:modified>
</cp:coreProperties>
</file>