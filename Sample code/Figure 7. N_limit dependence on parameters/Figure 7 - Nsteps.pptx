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994"/>
  </p:normalViewPr>
  <p:slideViewPr>
    <p:cSldViewPr snapToGrid="0">
      <p:cViewPr>
        <p:scale>
          <a:sx n="118" d="100"/>
          <a:sy n="118" d="100"/>
        </p:scale>
        <p:origin x="2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531F6-40A2-1220-7C63-09D30F82B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813EFF-5A8C-0EC6-6315-D974C17D7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0E922-E073-C888-C7A4-E2A9FD799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D2A072-F1A3-3553-35E3-2A9D3F96E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91960-A8DC-97CB-8075-F7A6F0B26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99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8ECCE-3D20-BF8A-A1AE-76D94EC7A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C34D4-9742-AB78-9E67-E7DA4BE52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14AB7-C896-6A2E-598C-450088201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0DAFE-C0F7-AE16-AB1A-C164AC013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73BB9-21E0-A881-CF15-65CB84399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52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5D4D5-E7B8-E575-6F3B-C7DBF164F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68395-C6C2-5B12-1FD2-D0083E8EF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C6AA0-929F-B58C-9BF5-B9DF99DC4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02164-B704-E27A-779B-E5F242D9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6B847-0BCE-3A25-EEB5-E5670B736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854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97C7B-6524-8D44-52C9-E1C7AA9E8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24EF7-78BA-35AC-4875-D3BB3EB102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DC7092-5C6A-90FD-0FE7-8FD6853B7D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B95323-C543-9739-B2C5-F0AC2A888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7BEE9D-D2B4-A9C6-7473-5B7036B58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F4846E-CF19-8D40-2390-5A4F6B80D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777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C7645-FB04-4A53-4448-00EEDE773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F950CF-0285-D19E-01FB-39E206B6A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1D14F-EF46-730F-4687-9FA8CDC48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EB78B4-1D67-421D-A2D4-A67966B29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606002-AF24-D2B5-BFBF-C8F6536F3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1EC72A-93BB-BE49-679B-2788EDB4E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26F353-B0C1-A7D1-60D9-5C0694B5B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C6C7A1-1A82-2BD9-4A0B-0DADB42E2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990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6F75-844D-F11F-5ED5-5CE3CE7AF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84CCD1-ED69-78B0-C764-4DC19FABC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BBC42F-62A7-436A-9651-BD48CF93E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41DBD4-629C-6A40-96B4-4BF9B0BDD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930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6BFFB5-CC78-0525-500E-6E73B575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1FC34-F827-8AD0-3DEC-EFF39B07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5DCD82-0AE8-5419-E964-F2FD1BE3B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579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947B0-FD25-C6B7-2FEE-D1CF0D0D2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FDCFC-59E9-0E6D-0F15-089B664DC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B95DA8-5D24-F355-EFC5-69C2FC91A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FC439-EAB9-2D46-4A7D-5E5C40249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76D0A9-737A-AF01-2982-1CAC69E08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7F43D9-DEFB-61AF-8860-776D212DC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85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27D33-B091-DA57-8586-5635D032A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10A7E9-B87E-B2CB-7203-884D58A98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C48D61-14B6-0332-073C-B929B0A3B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49310A-299D-C1D2-37B4-543D7D8CD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F75BA-77DC-ED16-E5F2-7360CA640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020FB2-5CB3-F980-9ABD-4F0D90C84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844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F5495-E8CD-227D-6D80-972951E20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611C5-C329-53F5-2B29-3266C776A5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27B97-4C24-E049-5D26-9290F4844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34169-3CFB-F393-E1E0-72538A828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C69BB-F5D1-FA3F-0AE0-30E85E4DC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745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128A7-E068-E85B-AAFB-86289A012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F52689-AD56-D28C-5085-0738B5042D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F4057-16BA-5789-47D0-304AA4816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DF701-2BF5-1164-974F-F778A0E6E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75EDB-06CA-C954-94E8-DAA4AC7C2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45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177B57-3C66-37BC-6B66-338F2D554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ED8A0D-5633-87DE-8359-CFE1345DAA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D22261-F1A3-5349-6692-73F2059CAC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7A8A13-8D72-A04A-B2C1-C42F42AA96D9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EF786-8461-B7F5-0BE7-685FB25403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F32CFB-867A-527D-E669-965D86012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36658-C869-5A4F-9832-39985C9646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444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2640F5B-20C3-C745-D6DE-4E4B0A0A4D1B}"/>
              </a:ext>
            </a:extLst>
          </p:cNvPr>
          <p:cNvGrpSpPr/>
          <p:nvPr/>
        </p:nvGrpSpPr>
        <p:grpSpPr>
          <a:xfrm>
            <a:off x="391684" y="398176"/>
            <a:ext cx="7296852" cy="3030824"/>
            <a:chOff x="391684" y="398176"/>
            <a:chExt cx="7296852" cy="3030824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E45CA2E5-FE75-7695-21DF-F96AD0B93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1684" y="398176"/>
              <a:ext cx="3936127" cy="2952095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965CC5A-9B02-855A-033A-23E07DD79C8A}"/>
                </a:ext>
              </a:extLst>
            </p:cNvPr>
            <p:cNvGrpSpPr/>
            <p:nvPr/>
          </p:nvGrpSpPr>
          <p:grpSpPr>
            <a:xfrm>
              <a:off x="2184225" y="398833"/>
              <a:ext cx="5504311" cy="3030167"/>
              <a:chOff x="1871404" y="264968"/>
              <a:chExt cx="5504311" cy="3030167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7B3D028-3401-B3E9-1EA8-78ED90A7E3D3}"/>
                  </a:ext>
                </a:extLst>
              </p:cNvPr>
              <p:cNvSpPr txBox="1"/>
              <p:nvPr/>
            </p:nvSpPr>
            <p:spPr>
              <a:xfrm>
                <a:off x="1871404" y="264968"/>
                <a:ext cx="5255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(a)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02D2FE-C85B-B700-226C-CCF667B4982F}"/>
                  </a:ext>
                </a:extLst>
              </p:cNvPr>
              <p:cNvSpPr txBox="1"/>
              <p:nvPr/>
            </p:nvSpPr>
            <p:spPr>
              <a:xfrm>
                <a:off x="5444998" y="264968"/>
                <a:ext cx="5255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(b)</a:t>
                </a:r>
              </a:p>
            </p:txBody>
          </p: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02F448E4-C06A-D08C-9406-A82C9181D8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29877" y="546804"/>
                <a:ext cx="3545838" cy="2748331"/>
              </a:xfrm>
              <a:prstGeom prst="rect">
                <a:avLst/>
              </a:prstGeom>
            </p:spPr>
          </p:pic>
        </p:grp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70E4FF7-00FA-0561-B227-CB8E47FA59A9}"/>
              </a:ext>
            </a:extLst>
          </p:cNvPr>
          <p:cNvSpPr txBox="1"/>
          <p:nvPr/>
        </p:nvSpPr>
        <p:spPr>
          <a:xfrm>
            <a:off x="1467853" y="3737811"/>
            <a:ext cx="64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get this in the form I needed for overleaf, 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Did a “save as” pdf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Opened in Preview, did a tools/rectangular selection/crop, then exported as </a:t>
            </a:r>
            <a:r>
              <a:rPr lang="en-US" dirty="0" err="1"/>
              <a:t>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8604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42</Words>
  <Application>Microsoft Macintosh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6</cp:revision>
  <dcterms:created xsi:type="dcterms:W3CDTF">2026-09-02T23:29:51Z</dcterms:created>
  <dcterms:modified xsi:type="dcterms:W3CDTF">2026-09-03T02:21:06Z</dcterms:modified>
</cp:coreProperties>
</file>