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81" r:id="rId2"/>
    <p:sldId id="282" r:id="rId3"/>
  </p:sldIdLst>
  <p:sldSz cx="64008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04"/>
    <p:restoredTop sz="95994"/>
  </p:normalViewPr>
  <p:slideViewPr>
    <p:cSldViewPr snapToGrid="0">
      <p:cViewPr varScale="1">
        <p:scale>
          <a:sx n="121" d="100"/>
          <a:sy n="121" d="100"/>
        </p:scale>
        <p:origin x="1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047539"/>
            <a:ext cx="5440680" cy="2228427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361902"/>
            <a:ext cx="4800600" cy="1545378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0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595757"/>
            <a:ext cx="5520690" cy="2662555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4283500"/>
            <a:ext cx="5520690" cy="1400175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/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8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1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40785"/>
            <a:ext cx="552069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569085"/>
            <a:ext cx="2707838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338070"/>
            <a:ext cx="2707838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569085"/>
            <a:ext cx="2721174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338070"/>
            <a:ext cx="272117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51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921598"/>
            <a:ext cx="3240405" cy="4548717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9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921598"/>
            <a:ext cx="3240405" cy="4548717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8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6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340783"/>
            <a:ext cx="1380173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340783"/>
            <a:ext cx="4060508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6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340785"/>
            <a:ext cx="552069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703917"/>
            <a:ext cx="552069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8679B-5683-0049-8DD0-2AC74A9489F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5932595"/>
            <a:ext cx="216027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DC009-3A86-194C-9CF5-138DAA5F8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5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2548C7-1986-7B72-62CF-F7FB3D716DB0}"/>
              </a:ext>
            </a:extLst>
          </p:cNvPr>
          <p:cNvSpPr txBox="1"/>
          <p:nvPr/>
        </p:nvSpPr>
        <p:spPr>
          <a:xfrm>
            <a:off x="-72081" y="1247403"/>
            <a:ext cx="10391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814AF-3088-C41C-1EC5-9A986638C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51" y="269026"/>
            <a:ext cx="6196807" cy="59022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16C093-304B-8713-8B99-3CBDB39E3012}"/>
              </a:ext>
            </a:extLst>
          </p:cNvPr>
          <p:cNvSpPr txBox="1"/>
          <p:nvPr/>
        </p:nvSpPr>
        <p:spPr>
          <a:xfrm>
            <a:off x="-72081" y="4137740"/>
            <a:ext cx="10391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256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C3A4241-C48A-2EA3-AB41-9F8DB451C6A6}"/>
              </a:ext>
            </a:extLst>
          </p:cNvPr>
          <p:cNvGrpSpPr/>
          <p:nvPr/>
        </p:nvGrpSpPr>
        <p:grpSpPr>
          <a:xfrm>
            <a:off x="222069" y="679844"/>
            <a:ext cx="1039130" cy="4375623"/>
            <a:chOff x="1593669" y="679842"/>
            <a:chExt cx="1039130" cy="43756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42548C7-1986-7B72-62CF-F7FB3D716DB0}"/>
                </a:ext>
              </a:extLst>
            </p:cNvPr>
            <p:cNvSpPr txBox="1"/>
            <p:nvPr/>
          </p:nvSpPr>
          <p:spPr>
            <a:xfrm>
              <a:off x="1593669" y="679842"/>
              <a:ext cx="10391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7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D16C093-304B-8713-8B99-3CBDB39E3012}"/>
                </a:ext>
              </a:extLst>
            </p:cNvPr>
            <p:cNvSpPr txBox="1"/>
            <p:nvPr/>
          </p:nvSpPr>
          <p:spPr>
            <a:xfrm>
              <a:off x="1593669" y="2613738"/>
              <a:ext cx="10391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7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B7F284-7E37-FA1B-A7E4-865BEFF1678D}"/>
                </a:ext>
              </a:extLst>
            </p:cNvPr>
            <p:cNvSpPr txBox="1"/>
            <p:nvPr/>
          </p:nvSpPr>
          <p:spPr>
            <a:xfrm>
              <a:off x="1593669" y="4547634"/>
              <a:ext cx="10391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7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A680823-2DCE-0D58-C9FE-0B72D0179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57" y="88520"/>
            <a:ext cx="5078974" cy="623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0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8057</TotalTime>
  <Words>15</Words>
  <Application>Microsoft Macintosh PowerPoint</Application>
  <PresentationFormat>Custom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17</cp:revision>
  <cp:lastPrinted>2026-09-01T01:59:52Z</cp:lastPrinted>
  <dcterms:created xsi:type="dcterms:W3CDTF">2026-09-01T00:14:56Z</dcterms:created>
  <dcterms:modified xsi:type="dcterms:W3CDTF">2026-10-29T18:09:07Z</dcterms:modified>
</cp:coreProperties>
</file>