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81" r:id="rId2"/>
  </p:sldIdLst>
  <p:sldSz cx="50292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41"/>
    <p:restoredTop sz="95994"/>
  </p:normalViewPr>
  <p:slideViewPr>
    <p:cSldViewPr snapToGrid="0">
      <p:cViewPr>
        <p:scale>
          <a:sx n="178" d="100"/>
          <a:sy n="178" d="100"/>
        </p:scale>
        <p:origin x="1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1047539"/>
            <a:ext cx="4274820" cy="2228427"/>
          </a:xfrm>
        </p:spPr>
        <p:txBody>
          <a:bodyPr anchor="b"/>
          <a:lstStyle>
            <a:lvl1pPr algn="ctr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3361902"/>
            <a:ext cx="3771900" cy="1545378"/>
          </a:xfrm>
        </p:spPr>
        <p:txBody>
          <a:bodyPr/>
          <a:lstStyle>
            <a:lvl1pPr marL="0" indent="0" algn="ctr">
              <a:buNone/>
              <a:defRPr sz="1320"/>
            </a:lvl1pPr>
            <a:lvl2pPr marL="251460" indent="0" algn="ctr">
              <a:buNone/>
              <a:defRPr sz="1100"/>
            </a:lvl2pPr>
            <a:lvl3pPr marL="502920" indent="0" algn="ctr">
              <a:buNone/>
              <a:defRPr sz="990"/>
            </a:lvl3pPr>
            <a:lvl4pPr marL="754380" indent="0" algn="ctr">
              <a:buNone/>
              <a:defRPr sz="880"/>
            </a:lvl4pPr>
            <a:lvl5pPr marL="1005840" indent="0" algn="ctr">
              <a:buNone/>
              <a:defRPr sz="880"/>
            </a:lvl5pPr>
            <a:lvl6pPr marL="1257300" indent="0" algn="ctr">
              <a:buNone/>
              <a:defRPr sz="880"/>
            </a:lvl6pPr>
            <a:lvl7pPr marL="1508760" indent="0" algn="ctr">
              <a:buNone/>
              <a:defRPr sz="880"/>
            </a:lvl7pPr>
            <a:lvl8pPr marL="1760220" indent="0" algn="ctr">
              <a:buNone/>
              <a:defRPr sz="880"/>
            </a:lvl8pPr>
            <a:lvl9pPr marL="2011680" indent="0" algn="ctr">
              <a:buNone/>
              <a:defRPr sz="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7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97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1595757"/>
            <a:ext cx="4337685" cy="2662555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4283500"/>
            <a:ext cx="4337685" cy="1400175"/>
          </a:xfrm>
        </p:spPr>
        <p:txBody>
          <a:bodyPr/>
          <a:lstStyle>
            <a:lvl1pPr marL="0" indent="0">
              <a:buNone/>
              <a:defRPr sz="1320">
                <a:solidFill>
                  <a:schemeClr val="tx1"/>
                </a:solidFill>
              </a:defRPr>
            </a:lvl1pPr>
            <a:lvl2pPr marL="2514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029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3pPr>
            <a:lvl4pPr marL="75438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4pPr>
            <a:lvl5pPr marL="100584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5pPr>
            <a:lvl6pPr marL="125730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6pPr>
            <a:lvl7pPr marL="150876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7pPr>
            <a:lvl8pPr marL="176022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8pPr>
            <a:lvl9pPr marL="201168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8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1703917"/>
            <a:ext cx="213741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1703917"/>
            <a:ext cx="213741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2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340785"/>
            <a:ext cx="4337685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1569085"/>
            <a:ext cx="2127587" cy="768985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2338070"/>
            <a:ext cx="2127587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1569085"/>
            <a:ext cx="2138065" cy="768985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2338070"/>
            <a:ext cx="2138065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9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426720"/>
            <a:ext cx="1622048" cy="149352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921598"/>
            <a:ext cx="2546033" cy="4548717"/>
          </a:xfrm>
        </p:spPr>
        <p:txBody>
          <a:bodyPr/>
          <a:lstStyle>
            <a:lvl1pPr>
              <a:defRPr sz="1760"/>
            </a:lvl1pPr>
            <a:lvl2pPr>
              <a:defRPr sz="1540"/>
            </a:lvl2pPr>
            <a:lvl3pPr>
              <a:defRPr sz="132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920240"/>
            <a:ext cx="1622048" cy="3557482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426720"/>
            <a:ext cx="1622048" cy="149352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921598"/>
            <a:ext cx="2546033" cy="4548717"/>
          </a:xfrm>
        </p:spPr>
        <p:txBody>
          <a:bodyPr anchor="t"/>
          <a:lstStyle>
            <a:lvl1pPr marL="0" indent="0">
              <a:buNone/>
              <a:defRPr sz="1760"/>
            </a:lvl1pPr>
            <a:lvl2pPr marL="251460" indent="0">
              <a:buNone/>
              <a:defRPr sz="1540"/>
            </a:lvl2pPr>
            <a:lvl3pPr marL="502920" indent="0">
              <a:buNone/>
              <a:defRPr sz="1320"/>
            </a:lvl3pPr>
            <a:lvl4pPr marL="754380" indent="0">
              <a:buNone/>
              <a:defRPr sz="1100"/>
            </a:lvl4pPr>
            <a:lvl5pPr marL="1005840" indent="0">
              <a:buNone/>
              <a:defRPr sz="1100"/>
            </a:lvl5pPr>
            <a:lvl6pPr marL="1257300" indent="0">
              <a:buNone/>
              <a:defRPr sz="1100"/>
            </a:lvl6pPr>
            <a:lvl7pPr marL="1508760" indent="0">
              <a:buNone/>
              <a:defRPr sz="1100"/>
            </a:lvl7pPr>
            <a:lvl8pPr marL="1760220" indent="0">
              <a:buNone/>
              <a:defRPr sz="1100"/>
            </a:lvl8pPr>
            <a:lvl9pPr marL="2011680" indent="0">
              <a:buNone/>
              <a:defRPr sz="1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920240"/>
            <a:ext cx="1622048" cy="3557482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2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1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340783"/>
            <a:ext cx="1084421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340783"/>
            <a:ext cx="3190399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20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340785"/>
            <a:ext cx="4337685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1703917"/>
            <a:ext cx="4337685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5932595"/>
            <a:ext cx="11315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8679B-5683-0049-8DD0-2AC74A9489F6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5932595"/>
            <a:ext cx="1697355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5932595"/>
            <a:ext cx="11315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502920" rtl="0" eaLnBrk="1" latinLnBrk="0" hangingPunct="1">
        <a:lnSpc>
          <a:spcPct val="90000"/>
        </a:lnSpc>
        <a:spcBef>
          <a:spcPct val="0"/>
        </a:spcBef>
        <a:buNone/>
        <a:defRPr sz="24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730" indent="-125730" algn="l" defTabSz="50292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801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13157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38303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1374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1pPr>
      <a:lvl2pPr marL="2514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5087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7602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0116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B5C129-FD58-03A6-7B9E-99841AA2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7" y="145585"/>
            <a:ext cx="4838389" cy="6108192"/>
          </a:xfrm>
          <a:prstGeom prst="rect">
            <a:avLst/>
          </a:prstGeom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14253F6B-4E5A-968F-09FD-E4CE351F5695}"/>
              </a:ext>
            </a:extLst>
          </p:cNvPr>
          <p:cNvSpPr/>
          <p:nvPr/>
        </p:nvSpPr>
        <p:spPr>
          <a:xfrm>
            <a:off x="2814635" y="3150393"/>
            <a:ext cx="792956" cy="757237"/>
          </a:xfrm>
          <a:prstGeom prst="arc">
            <a:avLst>
              <a:gd name="adj1" fmla="val 16930294"/>
              <a:gd name="adj2" fmla="val 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79A553EE-8A94-BE1F-7173-F65E66407940}"/>
              </a:ext>
            </a:extLst>
          </p:cNvPr>
          <p:cNvSpPr/>
          <p:nvPr/>
        </p:nvSpPr>
        <p:spPr>
          <a:xfrm flipH="1">
            <a:off x="3702839" y="3152773"/>
            <a:ext cx="647703" cy="757237"/>
          </a:xfrm>
          <a:prstGeom prst="arc">
            <a:avLst>
              <a:gd name="adj1" fmla="val 17221225"/>
              <a:gd name="adj2" fmla="val 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56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8751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21</cp:revision>
  <cp:lastPrinted>2026-09-01T01:59:52Z</cp:lastPrinted>
  <dcterms:created xsi:type="dcterms:W3CDTF">2026-09-01T00:14:56Z</dcterms:created>
  <dcterms:modified xsi:type="dcterms:W3CDTF">2026-10-28T18:07:39Z</dcterms:modified>
</cp:coreProperties>
</file>