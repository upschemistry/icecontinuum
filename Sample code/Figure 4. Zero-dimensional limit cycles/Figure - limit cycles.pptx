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81" r:id="rId2"/>
  </p:sldIdLst>
  <p:sldSz cx="113792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27"/>
    <p:restoredTop sz="95994"/>
  </p:normalViewPr>
  <p:slideViewPr>
    <p:cSldViewPr snapToGrid="0">
      <p:cViewPr>
        <p:scale>
          <a:sx n="81" d="100"/>
          <a:sy n="81" d="100"/>
        </p:scale>
        <p:origin x="68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400" y="1047539"/>
            <a:ext cx="8534400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5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2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393" y="1595756"/>
            <a:ext cx="9814560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393" y="4283499"/>
            <a:ext cx="9814560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2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23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07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2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802" y="340784"/>
            <a:ext cx="981456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802" y="1569085"/>
            <a:ext cx="4813935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802" y="2338070"/>
            <a:ext cx="4813935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60720" y="1569085"/>
            <a:ext cx="4837642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60720" y="2338070"/>
            <a:ext cx="483764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5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8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803" y="426720"/>
            <a:ext cx="3670088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642" y="921597"/>
            <a:ext cx="5760720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803" y="1920240"/>
            <a:ext cx="3670088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0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803" y="426720"/>
            <a:ext cx="3670088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7642" y="921597"/>
            <a:ext cx="5760720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3803" y="1920240"/>
            <a:ext cx="3670088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2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0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3240" y="340783"/>
            <a:ext cx="2453640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320" y="340783"/>
            <a:ext cx="7218680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7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2320" y="340784"/>
            <a:ext cx="981456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320" y="1703917"/>
            <a:ext cx="981456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320" y="5932594"/>
            <a:ext cx="256032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8679B-5683-0049-8DD0-2AC74A9489F6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69360" y="5932594"/>
            <a:ext cx="38404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6560" y="5932594"/>
            <a:ext cx="256032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2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B06706D-EFEA-C321-3EE3-D4B5FD53C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7" r="8358"/>
          <a:stretch/>
        </p:blipFill>
        <p:spPr>
          <a:xfrm>
            <a:off x="229934" y="677917"/>
            <a:ext cx="11065840" cy="538483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670F3EF-DF9C-7C97-A39C-4D371FD7BD75}"/>
              </a:ext>
            </a:extLst>
          </p:cNvPr>
          <p:cNvGrpSpPr/>
          <p:nvPr/>
        </p:nvGrpSpPr>
        <p:grpSpPr>
          <a:xfrm>
            <a:off x="2628023" y="264044"/>
            <a:ext cx="6879906" cy="609398"/>
            <a:chOff x="2249647" y="941967"/>
            <a:chExt cx="6879906" cy="60939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1CB21F-30BE-FDE6-12F0-8CC924EB2522}"/>
                </a:ext>
              </a:extLst>
            </p:cNvPr>
            <p:cNvSpPr txBox="1"/>
            <p:nvPr/>
          </p:nvSpPr>
          <p:spPr>
            <a:xfrm>
              <a:off x="2249647" y="941967"/>
              <a:ext cx="1293140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3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336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33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1390D7-1422-B7F3-1DCB-6B8507005833}"/>
                </a:ext>
              </a:extLst>
            </p:cNvPr>
            <p:cNvSpPr txBox="1"/>
            <p:nvPr/>
          </p:nvSpPr>
          <p:spPr>
            <a:xfrm>
              <a:off x="7836413" y="941967"/>
              <a:ext cx="1293140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3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336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336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C70693F-C0AE-28DA-C724-3C2BFCB5B5F0}"/>
              </a:ext>
            </a:extLst>
          </p:cNvPr>
          <p:cNvSpPr txBox="1"/>
          <p:nvPr/>
        </p:nvSpPr>
        <p:spPr>
          <a:xfrm>
            <a:off x="1645307" y="1287315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FA91CA-ECDF-160B-50BD-931F5F79BD8E}"/>
              </a:ext>
            </a:extLst>
          </p:cNvPr>
          <p:cNvSpPr txBox="1"/>
          <p:nvPr/>
        </p:nvSpPr>
        <p:spPr>
          <a:xfrm>
            <a:off x="3245595" y="1287315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23100-0570-D676-4EAD-CA8993B53F22}"/>
              </a:ext>
            </a:extLst>
          </p:cNvPr>
          <p:cNvSpPr txBox="1"/>
          <p:nvPr/>
        </p:nvSpPr>
        <p:spPr>
          <a:xfrm>
            <a:off x="7664237" y="1287315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1DF3CE-5445-6154-CDBC-8F56F28AE147}"/>
              </a:ext>
            </a:extLst>
          </p:cNvPr>
          <p:cNvSpPr txBox="1"/>
          <p:nvPr/>
        </p:nvSpPr>
        <p:spPr>
          <a:xfrm>
            <a:off x="2444713" y="4887310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DBFACE-EE36-9691-C0F0-B0ED5DD3690D}"/>
              </a:ext>
            </a:extLst>
          </p:cNvPr>
          <p:cNvSpPr txBox="1"/>
          <p:nvPr/>
        </p:nvSpPr>
        <p:spPr>
          <a:xfrm>
            <a:off x="4079070" y="4887310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4DCDD-39E2-C23B-BEB5-52A0D82E7E0D}"/>
              </a:ext>
            </a:extLst>
          </p:cNvPr>
          <p:cNvSpPr txBox="1"/>
          <p:nvPr/>
        </p:nvSpPr>
        <p:spPr>
          <a:xfrm>
            <a:off x="7421362" y="4887310"/>
            <a:ext cx="12931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C96D65D1-B8FE-C06D-D764-AD02184C239E}"/>
              </a:ext>
            </a:extLst>
          </p:cNvPr>
          <p:cNvSpPr/>
          <p:nvPr/>
        </p:nvSpPr>
        <p:spPr>
          <a:xfrm rot="2419717">
            <a:off x="6891278" y="2407334"/>
            <a:ext cx="256610" cy="2702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52C0D41-E918-B52D-0546-1B3925CE29DA}"/>
              </a:ext>
            </a:extLst>
          </p:cNvPr>
          <p:cNvSpPr/>
          <p:nvPr/>
        </p:nvSpPr>
        <p:spPr>
          <a:xfrm rot="9520086">
            <a:off x="8383752" y="3521436"/>
            <a:ext cx="256610" cy="2702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FB9C4A3-A773-F5ED-9474-E1D016056995}"/>
              </a:ext>
            </a:extLst>
          </p:cNvPr>
          <p:cNvSpPr/>
          <p:nvPr/>
        </p:nvSpPr>
        <p:spPr>
          <a:xfrm rot="12460777">
            <a:off x="10412256" y="4619773"/>
            <a:ext cx="256610" cy="2702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D5882975-295F-B953-D747-A4F0C68A00F2}"/>
              </a:ext>
            </a:extLst>
          </p:cNvPr>
          <p:cNvSpPr/>
          <p:nvPr/>
        </p:nvSpPr>
        <p:spPr>
          <a:xfrm rot="15188227">
            <a:off x="8740971" y="2370991"/>
            <a:ext cx="256610" cy="2702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6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8743</TotalTime>
  <Words>12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19</cp:revision>
  <cp:lastPrinted>2026-09-01T01:59:52Z</cp:lastPrinted>
  <dcterms:created xsi:type="dcterms:W3CDTF">2026-09-01T00:14:56Z</dcterms:created>
  <dcterms:modified xsi:type="dcterms:W3CDTF">2026-10-26T16:37:58Z</dcterms:modified>
</cp:coreProperties>
</file>