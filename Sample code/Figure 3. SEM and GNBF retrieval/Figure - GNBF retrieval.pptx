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85" r:id="rId2"/>
    <p:sldId id="278" r:id="rId3"/>
    <p:sldId id="283" r:id="rId4"/>
    <p:sldId id="281" r:id="rId5"/>
    <p:sldId id="290" r:id="rId6"/>
    <p:sldId id="282" r:id="rId7"/>
    <p:sldId id="286" r:id="rId8"/>
    <p:sldId id="288" r:id="rId9"/>
    <p:sldId id="291" r:id="rId10"/>
    <p:sldId id="284" r:id="rId11"/>
    <p:sldId id="289" r:id="rId12"/>
    <p:sldId id="29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006"/>
  </p:normalViewPr>
  <p:slideViewPr>
    <p:cSldViewPr snapToGrid="0">
      <p:cViewPr>
        <p:scale>
          <a:sx n="98" d="100"/>
          <a:sy n="98" d="100"/>
        </p:scale>
        <p:origin x="1016" y="5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A43629-FC59-0C4E-9776-F11EF6D2F5A2}" type="datetimeFigureOut">
              <a:rPr lang="en-US" smtClean="0"/>
              <a:t>9/20/26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D6B8B7-F3F9-CD48-8004-946DFDF15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753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D6B8B7-F3F9-CD48-8004-946DFDF15CA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6621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D6B8B7-F3F9-CD48-8004-946DFDF15CA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6967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D6B8B7-F3F9-CD48-8004-946DFDF15CA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929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42B89-EDCE-E76A-A706-DC8749D516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3A194A-BE74-8F72-CFD8-EE89AB6739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111D4-802D-C683-3868-ACD28629C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7608A-7C91-994D-AB7F-E0A8E6007C15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48923-EA7A-124F-A464-D0F5A9BB5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8C571-EB38-BC98-4CB1-013123BD4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A9F6-E923-E342-8194-91CF93B1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1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9733A-87E8-5FFF-0902-AEA19FEB8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4882A-A353-535C-9D95-251AA5F00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C11D8-3D5C-4397-2409-E9A8E11FE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7608A-7C91-994D-AB7F-E0A8E6007C15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58149-6893-D4EB-FDD6-91AF4C2A2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83C21-9F0C-C841-2BF3-49DC566AA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A9F6-E923-E342-8194-91CF93B1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301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EFB4F-AC7D-B5FC-449B-065D424A2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3E9C9-320B-6F58-97CD-E7F135431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67807-7D8A-A4F7-536E-782D168A2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7608A-7C91-994D-AB7F-E0A8E6007C15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C9783-C91F-DF3B-65A0-B9B930C4E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01E37-FC48-E3E6-BF65-3A4980006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A9F6-E923-E342-8194-91CF93B1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942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77EE6-96C1-CDB4-3DA4-2900A4125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A9F2D-39F9-83ED-A48B-DBC1108B13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25DDC7-AC0D-D6A0-9885-9BFA2F5B86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4C942-C6F5-D30D-C495-E2E03D4B6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7608A-7C91-994D-AB7F-E0A8E6007C15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C2A29F-DBBB-E229-B170-33B14ED57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87F281-1455-6D56-8617-D9EA07DDF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A9F6-E923-E342-8194-91CF93B1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083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1A908-4470-08F1-99F5-5069E6836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E5CBDC-8BB3-5DC9-9E31-6ED1A883B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74A2F4-3260-8D38-8371-A7208FED5C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C9B838-0BFA-CCE3-B85D-FE3C0B5918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7006F4-905D-3972-0B2A-77356D2069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2FDB2D-2914-3FA4-1626-81C2846B1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7608A-7C91-994D-AB7F-E0A8E6007C15}" type="datetimeFigureOut">
              <a:rPr lang="en-US" smtClean="0"/>
              <a:t>9/20/26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94B704-B7FF-FD41-2836-6A9C37135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BDDB8F-6580-4005-B5AB-605DDFDBB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A9F6-E923-E342-8194-91CF93B1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283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85246-1E2D-66D0-CBB2-D04222982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77A3CA-49D8-EF87-799B-4CB8ACC71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7608A-7C91-994D-AB7F-E0A8E6007C15}" type="datetimeFigureOut">
              <a:rPr lang="en-US" smtClean="0"/>
              <a:t>9/20/26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68C078-61D6-0FDE-4D24-D2F03ABE9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6AE161-9BE3-F288-C20E-0A35831A9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A9F6-E923-E342-8194-91CF93B1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820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2B4C50-C26C-55D4-F6AE-979F47CA6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7608A-7C91-994D-AB7F-E0A8E6007C15}" type="datetimeFigureOut">
              <a:rPr lang="en-US" smtClean="0"/>
              <a:t>9/20/26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12455B-9B1F-8BFC-0B54-EC24C04C0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7526F-CE23-4B78-0D62-4E605799F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A9F6-E923-E342-8194-91CF93B1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238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668C0-1582-E7F3-361D-565C6C66C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58412-5526-4554-34FC-08031CAE3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911BC4-3763-88F3-CBA0-E76C7C51A3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862A29-E52E-CD27-D2FD-2B34E4309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7608A-7C91-994D-AB7F-E0A8E6007C15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FCEEAB-2D29-A33F-F79F-257CE4939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8BF3C0-352F-2039-8A37-81953AFC9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A9F6-E923-E342-8194-91CF93B1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23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5B971-482D-7092-73BA-6C615BE09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EDAFE6-752F-7EC6-43FF-7E9734D8E5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67C556-DAB0-CBDE-FBF0-05EA27ABEF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8BD72C-6077-404F-84BE-4272DE089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7608A-7C91-994D-AB7F-E0A8E6007C15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A25A18-EB4F-BFFE-51B0-70F29229E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422A30-311F-26FF-90D2-8A1FC5F97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A9F6-E923-E342-8194-91CF93B1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142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8F457-906A-0559-5090-3844BEEC8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C70E72-F8BC-8528-12CA-43298D99F4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B8DF3-560C-3336-440C-4898D06E2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7608A-7C91-994D-AB7F-E0A8E6007C15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9E169-8E7B-560C-332A-6A6F8CE59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9D9C7-A933-96EA-F726-5173C1839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A9F6-E923-E342-8194-91CF93B1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370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138989-1D48-8BBA-6C45-0AEA8FF2D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14DFCE-B168-FC7C-6028-A10491D961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FEDF7-0650-C8D6-F55A-3D9022FB5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7608A-7C91-994D-AB7F-E0A8E6007C15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50DF7-34C1-9511-C8D6-1EC8BD24A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C6FDB-B7F1-2385-D162-BD4881B3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A9F6-E923-E342-8194-91CF93B1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072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E2C51A-813D-047E-4507-86B34CD7C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764000-0D05-AF4A-0651-6D9B57038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4D9F1-C3B0-0D2F-4DC9-E0B86F5E34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07608A-7C91-994D-AB7F-E0A8E6007C15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AF5CC-5E92-6199-248E-77321CBB0D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658CE-5904-F5AC-109F-727060D48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94A9F6-E923-E342-8194-91CF93B1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475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B1357F-1FE3-8F01-CF41-926055803242}"/>
              </a:ext>
            </a:extLst>
          </p:cNvPr>
          <p:cNvSpPr txBox="1"/>
          <p:nvPr/>
        </p:nvSpPr>
        <p:spPr>
          <a:xfrm>
            <a:off x="609141" y="1057256"/>
            <a:ext cx="6638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following ppt slide was taken from: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6AA5BA-196B-EE74-511B-578547426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173" y="1498275"/>
            <a:ext cx="7772400" cy="10141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371795-D413-A252-83C5-314A77D3D8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6336" y="3268850"/>
            <a:ext cx="5132832" cy="31065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9E8F22-7264-10F4-B109-B5D02F99ED1E}"/>
              </a:ext>
            </a:extLst>
          </p:cNvPr>
          <p:cNvSpPr txBox="1"/>
          <p:nvPr/>
        </p:nvSpPr>
        <p:spPr>
          <a:xfrm>
            <a:off x="609140" y="2708597"/>
            <a:ext cx="6638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data for that slide is here:</a:t>
            </a:r>
          </a:p>
        </p:txBody>
      </p:sp>
    </p:spTree>
    <p:extLst>
      <p:ext uri="{BB962C8B-B14F-4D97-AF65-F5344CB8AC3E}">
        <p14:creationId xmlns:p14="http://schemas.microsoft.com/office/powerpoint/2010/main" val="1652270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5857A67-D945-1E44-911A-351149C18E88}"/>
              </a:ext>
            </a:extLst>
          </p:cNvPr>
          <p:cNvGrpSpPr/>
          <p:nvPr/>
        </p:nvGrpSpPr>
        <p:grpSpPr>
          <a:xfrm>
            <a:off x="438438" y="891430"/>
            <a:ext cx="5035915" cy="4257334"/>
            <a:chOff x="2842591" y="1045542"/>
            <a:chExt cx="5035915" cy="425733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6FEBBEE-6904-E9B4-A337-FCA1A21906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42591" y="1045542"/>
              <a:ext cx="4779161" cy="4257334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E87C5ED-2010-0352-9DD2-D18CCEF759C7}"/>
                </a:ext>
              </a:extLst>
            </p:cNvPr>
            <p:cNvGrpSpPr/>
            <p:nvPr/>
          </p:nvGrpSpPr>
          <p:grpSpPr>
            <a:xfrm>
              <a:off x="5734878" y="3901287"/>
              <a:ext cx="1341783" cy="501748"/>
              <a:chOff x="5734878" y="3901287"/>
              <a:chExt cx="1341783" cy="501748"/>
            </a:xfrm>
          </p:grpSpPr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69FB1805-B0A3-D83C-A024-7DDD7DEB3789}"/>
                  </a:ext>
                </a:extLst>
              </p:cNvPr>
              <p:cNvCxnSpPr/>
              <p:nvPr/>
            </p:nvCxnSpPr>
            <p:spPr>
              <a:xfrm flipV="1">
                <a:off x="5734878" y="4234070"/>
                <a:ext cx="1341783" cy="168965"/>
              </a:xfrm>
              <a:prstGeom prst="straightConnector1">
                <a:avLst/>
              </a:prstGeom>
              <a:ln w="635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75D1BF-1CFE-7316-4DBC-E5D7DC19968F}"/>
                  </a:ext>
                </a:extLst>
              </p:cNvPr>
              <p:cNvSpPr txBox="1"/>
              <p:nvPr/>
            </p:nvSpPr>
            <p:spPr>
              <a:xfrm rot="21177604">
                <a:off x="6274040" y="3901287"/>
                <a:ext cx="68248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i="1" dirty="0"/>
                  <a:t>L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FC5F2E7-2821-9EDC-AEB4-7D21B37C6A8F}"/>
                </a:ext>
              </a:extLst>
            </p:cNvPr>
            <p:cNvGrpSpPr/>
            <p:nvPr/>
          </p:nvGrpSpPr>
          <p:grpSpPr>
            <a:xfrm>
              <a:off x="7169426" y="1461052"/>
              <a:ext cx="709080" cy="2395034"/>
              <a:chOff x="5734878" y="2008001"/>
              <a:chExt cx="709080" cy="2395034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AB2E3702-37E4-1ACF-0266-A404BC5228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34878" y="2008001"/>
                <a:ext cx="185531" cy="2395034"/>
              </a:xfrm>
              <a:prstGeom prst="straightConnector1">
                <a:avLst/>
              </a:prstGeom>
              <a:ln w="635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B7409E5C-A549-D21E-9D4C-216C067EDF5D}"/>
                      </a:ext>
                    </a:extLst>
                  </p:cNvPr>
                  <p:cNvSpPr txBox="1"/>
                  <p:nvPr/>
                </p:nvSpPr>
                <p:spPr>
                  <a:xfrm>
                    <a:off x="5761471" y="3064137"/>
                    <a:ext cx="682487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oMath>
                      </m:oMathPara>
                    </a14:m>
                    <a:endParaRPr lang="en-US" sz="2400" i="1" dirty="0"/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B7409E5C-A549-D21E-9D4C-216C067EDF5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61471" y="3064137"/>
                    <a:ext cx="682487" cy="46166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9546B6BF-9A2A-C04F-C284-43D1EF57BC3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8858" b="11237"/>
          <a:stretch/>
        </p:blipFill>
        <p:spPr bwMode="auto">
          <a:xfrm>
            <a:off x="6096000" y="711200"/>
            <a:ext cx="4827332" cy="345324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0E1F51B-4FCD-3759-9E15-73A58CB908B7}"/>
              </a:ext>
            </a:extLst>
          </p:cNvPr>
          <p:cNvCxnSpPr>
            <a:cxnSpLocks/>
          </p:cNvCxnSpPr>
          <p:nvPr/>
        </p:nvCxnSpPr>
        <p:spPr>
          <a:xfrm>
            <a:off x="7956839" y="2158611"/>
            <a:ext cx="511044" cy="1054892"/>
          </a:xfrm>
          <a:prstGeom prst="straightConnector1">
            <a:avLst/>
          </a:prstGeom>
          <a:ln w="635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4407D5A-1682-3D8D-5BA3-44D63A3DC6BF}"/>
              </a:ext>
            </a:extLst>
          </p:cNvPr>
          <p:cNvCxnSpPr>
            <a:cxnSpLocks/>
          </p:cNvCxnSpPr>
          <p:nvPr/>
        </p:nvCxnSpPr>
        <p:spPr>
          <a:xfrm flipH="1">
            <a:off x="8439183" y="2966923"/>
            <a:ext cx="527817" cy="265964"/>
          </a:xfrm>
          <a:prstGeom prst="straightConnector1">
            <a:avLst/>
          </a:prstGeom>
          <a:ln w="635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74077EE-8230-3DC5-7DE4-00BC44486EA9}"/>
              </a:ext>
            </a:extLst>
          </p:cNvPr>
          <p:cNvSpPr txBox="1"/>
          <p:nvPr/>
        </p:nvSpPr>
        <p:spPr>
          <a:xfrm>
            <a:off x="8011439" y="1973945"/>
            <a:ext cx="401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7B22D9-4D97-BAD2-9AB0-E930488962B5}"/>
              </a:ext>
            </a:extLst>
          </p:cNvPr>
          <p:cNvSpPr txBox="1"/>
          <p:nvPr/>
        </p:nvSpPr>
        <p:spPr>
          <a:xfrm>
            <a:off x="8476541" y="2782257"/>
            <a:ext cx="401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53577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2ACD97-5A60-2A7E-CF44-C13BE8BA1849}"/>
              </a:ext>
            </a:extLst>
          </p:cNvPr>
          <p:cNvSpPr txBox="1"/>
          <p:nvPr/>
        </p:nvSpPr>
        <p:spPr>
          <a:xfrm>
            <a:off x="1799510" y="1845166"/>
            <a:ext cx="6638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next two ppt slides were taken from here: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ED5B07-6F88-C287-6F8A-74864D608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652" y="2792606"/>
            <a:ext cx="7772400" cy="8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640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6962C4E-0979-588E-5B81-16ECD1F53A32}"/>
              </a:ext>
            </a:extLst>
          </p:cNvPr>
          <p:cNvGrpSpPr/>
          <p:nvPr/>
        </p:nvGrpSpPr>
        <p:grpSpPr>
          <a:xfrm>
            <a:off x="1903412" y="2280780"/>
            <a:ext cx="8284326" cy="3519520"/>
            <a:chOff x="1903412" y="2280780"/>
            <a:chExt cx="8284326" cy="351952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617907E-EC39-DE0D-42A8-9F86D19ADFA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903412" y="2280780"/>
              <a:ext cx="8284326" cy="3519520"/>
              <a:chOff x="1903412" y="2080300"/>
              <a:chExt cx="6871885" cy="2919457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34B2970A-CA65-5A5B-296A-032A1CB4104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5665"/>
              <a:stretch/>
            </p:blipFill>
            <p:spPr>
              <a:xfrm>
                <a:off x="1903412" y="2127219"/>
                <a:ext cx="3836035" cy="276990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93674B6B-8046-EF2B-E7E8-AE3FA80BC3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39972" y="2080300"/>
                <a:ext cx="3235325" cy="2919457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53E7BE1-F5E4-85A9-DA9F-92BE3403EC3D}"/>
                  </a:ext>
                </a:extLst>
              </p:cNvPr>
              <p:cNvSpPr txBox="1"/>
              <p:nvPr/>
            </p:nvSpPr>
            <p:spPr>
              <a:xfrm>
                <a:off x="3466346" y="3342524"/>
                <a:ext cx="52855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x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E70B68-D1EB-A951-FA73-26864A079573}"/>
                  </a:ext>
                </a:extLst>
              </p:cNvPr>
              <p:cNvSpPr txBox="1"/>
              <p:nvPr/>
            </p:nvSpPr>
            <p:spPr>
              <a:xfrm>
                <a:off x="3402164" y="3134345"/>
                <a:ext cx="28075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y</a:t>
                </a:r>
              </a:p>
            </p:txBody>
          </p: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4C8CB84C-8390-3AE1-5BCF-1F1933DE783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24230" y="3166110"/>
                <a:ext cx="0" cy="275024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23C6CF14-8D8A-A30E-F96C-217AB5E1B5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1458" y="3429000"/>
                <a:ext cx="240609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" name="Straight Arrow Connector 2">
                <a:extLst>
                  <a:ext uri="{FF2B5EF4-FFF2-40B4-BE49-F238E27FC236}">
                    <a16:creationId xmlns:a16="http://schemas.microsoft.com/office/drawing/2014/main" id="{5967A07D-1EA0-A5FC-A9B2-82046EA955A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346450" y="3028950"/>
                <a:ext cx="390525" cy="82550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8A5AD4DB-5C98-56A4-0197-2257B2CC247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39475" y="3673583"/>
                <a:ext cx="420295" cy="19086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BC660A3-0EE5-69F0-28A9-FAC403DEF5BB}"/>
                  </a:ext>
                </a:extLst>
              </p:cNvPr>
              <p:cNvSpPr txBox="1"/>
              <p:nvPr/>
            </p:nvSpPr>
            <p:spPr>
              <a:xfrm>
                <a:off x="3273976" y="3494924"/>
                <a:ext cx="52855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c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761F71-4F67-D0F0-62E4-FBC60081A868}"/>
                  </a:ext>
                </a:extLst>
              </p:cNvPr>
              <p:cNvSpPr txBox="1"/>
              <p:nvPr/>
            </p:nvSpPr>
            <p:spPr>
              <a:xfrm>
                <a:off x="3755075" y="3693061"/>
                <a:ext cx="52855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a</a:t>
                </a:r>
              </a:p>
            </p:txBody>
          </p:sp>
        </p:grpSp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E3E112C9-EAFE-130E-96A5-4DB52E723C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1482" y="4761373"/>
              <a:ext cx="1996530" cy="492369"/>
            </a:xfrm>
            <a:prstGeom prst="straightConnector1">
              <a:avLst/>
            </a:prstGeom>
            <a:ln w="889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2326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617907E-EC39-DE0D-42A8-9F86D19ADFA2}"/>
              </a:ext>
            </a:extLst>
          </p:cNvPr>
          <p:cNvGrpSpPr>
            <a:grpSpLocks noChangeAspect="1"/>
          </p:cNvGrpSpPr>
          <p:nvPr/>
        </p:nvGrpSpPr>
        <p:grpSpPr>
          <a:xfrm>
            <a:off x="1903412" y="1104917"/>
            <a:ext cx="8284326" cy="4695382"/>
            <a:chOff x="1903412" y="1104917"/>
            <a:chExt cx="6871885" cy="389484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4B2970A-CA65-5A5B-296A-032A1CB410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03412" y="1960880"/>
              <a:ext cx="3836035" cy="2936240"/>
            </a:xfrm>
            <a:prstGeom prst="rect">
              <a:avLst/>
            </a:prstGeom>
          </p:spPr>
        </p:pic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44919B13-44F9-2CFC-0722-D65E317D8C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60470" y="1616927"/>
              <a:ext cx="1101462" cy="1549183"/>
            </a:xfrm>
            <a:prstGeom prst="straightConnector1">
              <a:avLst/>
            </a:prstGeom>
            <a:ln w="38100">
              <a:solidFill>
                <a:schemeClr val="tx1">
                  <a:alpha val="52000"/>
                </a:schemeClr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3674B6B-8046-EF2B-E7E8-AE3FA80BC3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39972" y="2080300"/>
              <a:ext cx="3235325" cy="2919457"/>
            </a:xfrm>
            <a:prstGeom prst="rect">
              <a:avLst/>
            </a:prstGeom>
          </p:spPr>
        </p:pic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4679245-BB4C-380E-0181-B36F787DBF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52555" y="1573719"/>
              <a:ext cx="293019" cy="847192"/>
            </a:xfrm>
            <a:prstGeom prst="straightConnector1">
              <a:avLst/>
            </a:prstGeom>
            <a:ln w="38100">
              <a:solidFill>
                <a:schemeClr val="tx1">
                  <a:alpha val="49968"/>
                </a:schemeClr>
              </a:solidFill>
              <a:prstDash val="solid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53E7BE1-F5E4-85A9-DA9F-92BE3403EC3D}"/>
                </a:ext>
              </a:extLst>
            </p:cNvPr>
            <p:cNvSpPr txBox="1"/>
            <p:nvPr/>
          </p:nvSpPr>
          <p:spPr>
            <a:xfrm>
              <a:off x="3466346" y="3342524"/>
              <a:ext cx="5285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x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EE70B68-D1EB-A951-FA73-26864A079573}"/>
                </a:ext>
              </a:extLst>
            </p:cNvPr>
            <p:cNvSpPr txBox="1"/>
            <p:nvPr/>
          </p:nvSpPr>
          <p:spPr>
            <a:xfrm>
              <a:off x="3402164" y="3134345"/>
              <a:ext cx="2807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y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C8CB84C-8390-3AE1-5BCF-1F1933DE78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4230" y="3166110"/>
              <a:ext cx="0" cy="275024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3C6CF14-8D8A-A30E-F96C-217AB5E1B5E6}"/>
                </a:ext>
              </a:extLst>
            </p:cNvPr>
            <p:cNvCxnSpPr>
              <a:cxnSpLocks/>
            </p:cNvCxnSpPr>
            <p:nvPr/>
          </p:nvCxnSpPr>
          <p:spPr>
            <a:xfrm>
              <a:off x="3621458" y="3429000"/>
              <a:ext cx="240609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FC71566-173A-CC2C-D487-6BAF29E5B1A9}"/>
                </a:ext>
              </a:extLst>
            </p:cNvPr>
            <p:cNvSpPr txBox="1"/>
            <p:nvPr/>
          </p:nvSpPr>
          <p:spPr>
            <a:xfrm>
              <a:off x="4818909" y="1104917"/>
              <a:ext cx="1641054" cy="48507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GNBF/SEM</a:t>
              </a:r>
            </a:p>
            <a:p>
              <a:pPr algn="ctr"/>
              <a:r>
                <a:rPr lang="en-US" sz="1600" dirty="0"/>
                <a:t>retrieval region</a:t>
              </a:r>
            </a:p>
          </p:txBody>
        </p: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5967A07D-1EA0-A5FC-A9B2-82046EA955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46450" y="3028950"/>
              <a:ext cx="390525" cy="82550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8A5AD4DB-5C98-56A4-0197-2257B2CC24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39475" y="3673583"/>
              <a:ext cx="420295" cy="190862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BC660A3-0EE5-69F0-28A9-FAC403DEF5BB}"/>
                </a:ext>
              </a:extLst>
            </p:cNvPr>
            <p:cNvSpPr txBox="1"/>
            <p:nvPr/>
          </p:nvSpPr>
          <p:spPr>
            <a:xfrm>
              <a:off x="3273976" y="3494924"/>
              <a:ext cx="5285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c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A761F71-4F67-D0F0-62E4-FBC60081A868}"/>
                </a:ext>
              </a:extLst>
            </p:cNvPr>
            <p:cNvSpPr txBox="1"/>
            <p:nvPr/>
          </p:nvSpPr>
          <p:spPr>
            <a:xfrm>
              <a:off x="3755075" y="3693061"/>
              <a:ext cx="5285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4712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CB3C2B-567B-72E0-CBFF-8EC796D10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501" y="1593823"/>
            <a:ext cx="4960213" cy="383289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27DC1BA-DE33-4046-0B8F-99543496A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8714" y="1689692"/>
            <a:ext cx="4467301" cy="3832891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4919B13-44F9-2CFC-0722-D65E317D8C8F}"/>
              </a:ext>
            </a:extLst>
          </p:cNvPr>
          <p:cNvCxnSpPr>
            <a:cxnSpLocks/>
          </p:cNvCxnSpPr>
          <p:nvPr/>
        </p:nvCxnSpPr>
        <p:spPr>
          <a:xfrm flipV="1">
            <a:off x="3760470" y="1616927"/>
            <a:ext cx="1101462" cy="1549183"/>
          </a:xfrm>
          <a:prstGeom prst="straightConnector1">
            <a:avLst/>
          </a:prstGeom>
          <a:ln w="63500">
            <a:solidFill>
              <a:schemeClr val="tx1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4679245-BB4C-380E-0181-B36F787DBF5E}"/>
              </a:ext>
            </a:extLst>
          </p:cNvPr>
          <p:cNvCxnSpPr>
            <a:cxnSpLocks/>
          </p:cNvCxnSpPr>
          <p:nvPr/>
        </p:nvCxnSpPr>
        <p:spPr>
          <a:xfrm flipH="1" flipV="1">
            <a:off x="6452555" y="1573719"/>
            <a:ext cx="634045" cy="584775"/>
          </a:xfrm>
          <a:prstGeom prst="straightConnector1">
            <a:avLst/>
          </a:prstGeom>
          <a:ln w="63500">
            <a:solidFill>
              <a:schemeClr val="tx1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8E843A52-48D2-A9E5-40A0-7AE037B305E9}"/>
              </a:ext>
            </a:extLst>
          </p:cNvPr>
          <p:cNvGrpSpPr/>
          <p:nvPr/>
        </p:nvGrpSpPr>
        <p:grpSpPr>
          <a:xfrm>
            <a:off x="3183708" y="3385642"/>
            <a:ext cx="592734" cy="546733"/>
            <a:chOff x="3402164" y="3134345"/>
            <a:chExt cx="592734" cy="546733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53E7BE1-F5E4-85A9-DA9F-92BE3403EC3D}"/>
                </a:ext>
              </a:extLst>
            </p:cNvPr>
            <p:cNvSpPr txBox="1"/>
            <p:nvPr/>
          </p:nvSpPr>
          <p:spPr>
            <a:xfrm>
              <a:off x="3466346" y="3342524"/>
              <a:ext cx="5285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x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EE70B68-D1EB-A951-FA73-26864A079573}"/>
                </a:ext>
              </a:extLst>
            </p:cNvPr>
            <p:cNvSpPr txBox="1"/>
            <p:nvPr/>
          </p:nvSpPr>
          <p:spPr>
            <a:xfrm>
              <a:off x="3402164" y="3134345"/>
              <a:ext cx="2807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y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C8CB84C-8390-3AE1-5BCF-1F1933DE78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4230" y="3166110"/>
              <a:ext cx="0" cy="275024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3C6CF14-8D8A-A30E-F96C-217AB5E1B5E6}"/>
                </a:ext>
              </a:extLst>
            </p:cNvPr>
            <p:cNvCxnSpPr>
              <a:cxnSpLocks/>
            </p:cNvCxnSpPr>
            <p:nvPr/>
          </p:nvCxnSpPr>
          <p:spPr>
            <a:xfrm>
              <a:off x="3621458" y="3429000"/>
              <a:ext cx="240609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FFC71566-173A-CC2C-D487-6BAF29E5B1A9}"/>
              </a:ext>
            </a:extLst>
          </p:cNvPr>
          <p:cNvSpPr txBox="1"/>
          <p:nvPr/>
        </p:nvSpPr>
        <p:spPr>
          <a:xfrm>
            <a:off x="4546327" y="1104917"/>
            <a:ext cx="2060811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GNBF/SEM</a:t>
            </a:r>
          </a:p>
          <a:p>
            <a:pPr algn="ctr"/>
            <a:r>
              <a:rPr lang="en-US" sz="1600" dirty="0"/>
              <a:t>retrieval region</a:t>
            </a:r>
          </a:p>
        </p:txBody>
      </p:sp>
    </p:spTree>
    <p:extLst>
      <p:ext uri="{BB962C8B-B14F-4D97-AF65-F5344CB8AC3E}">
        <p14:creationId xmlns:p14="http://schemas.microsoft.com/office/powerpoint/2010/main" val="2082502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C8FF2FE-2FE2-2686-6DB9-1D455D271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228" y="1929983"/>
            <a:ext cx="10229716" cy="17707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CFF632-528E-03A4-A664-E84CFAB931B3}"/>
              </a:ext>
            </a:extLst>
          </p:cNvPr>
          <p:cNvSpPr txBox="1"/>
          <p:nvPr/>
        </p:nvSpPr>
        <p:spPr>
          <a:xfrm>
            <a:off x="705228" y="1288956"/>
            <a:ext cx="6638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data for the next slides are located here:</a:t>
            </a:r>
          </a:p>
        </p:txBody>
      </p:sp>
    </p:spTree>
    <p:extLst>
      <p:ext uri="{BB962C8B-B14F-4D97-AF65-F5344CB8AC3E}">
        <p14:creationId xmlns:p14="http://schemas.microsoft.com/office/powerpoint/2010/main" val="1163351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2A092B-F2BA-C35B-2902-85107EE44F03}"/>
              </a:ext>
            </a:extLst>
          </p:cNvPr>
          <p:cNvSpPr txBox="1"/>
          <p:nvPr/>
        </p:nvSpPr>
        <p:spPr>
          <a:xfrm>
            <a:off x="600297" y="569428"/>
            <a:ext cx="10927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what we have for Segments1 – the horizontal aspect ratio is 1:1, but the vertical has been amplified by x10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9D6AA58-52B7-6B70-8434-5EFEC4AFEAB3}"/>
              </a:ext>
            </a:extLst>
          </p:cNvPr>
          <p:cNvGrpSpPr>
            <a:grpSpLocks noChangeAspect="1"/>
          </p:cNvGrpSpPr>
          <p:nvPr/>
        </p:nvGrpSpPr>
        <p:grpSpPr>
          <a:xfrm>
            <a:off x="522818" y="1556886"/>
            <a:ext cx="5524377" cy="4143283"/>
            <a:chOff x="999012" y="1863523"/>
            <a:chExt cx="4660692" cy="349551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F6A789B-B5A1-1037-79BA-BB766F126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9012" y="1863523"/>
              <a:ext cx="4660692" cy="3495519"/>
            </a:xfrm>
            <a:prstGeom prst="rect">
              <a:avLst/>
            </a:prstGeom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12D282F-AC9F-C74F-0EE7-DD360E5E3C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49091" y="3112593"/>
              <a:ext cx="0" cy="59345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EE204E12-3194-5187-0868-A669E52EAE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2349" y="1301705"/>
            <a:ext cx="2534574" cy="4653643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AD79A6D-BD05-C47A-9A26-CF8789FBA3A3}"/>
              </a:ext>
            </a:extLst>
          </p:cNvPr>
          <p:cNvCxnSpPr>
            <a:cxnSpLocks/>
          </p:cNvCxnSpPr>
          <p:nvPr/>
        </p:nvCxnSpPr>
        <p:spPr>
          <a:xfrm>
            <a:off x="7968343" y="4735286"/>
            <a:ext cx="1649186" cy="1220062"/>
          </a:xfrm>
          <a:prstGeom prst="straightConnector1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8085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2A092B-F2BA-C35B-2902-85107EE44F03}"/>
              </a:ext>
            </a:extLst>
          </p:cNvPr>
          <p:cNvSpPr txBox="1"/>
          <p:nvPr/>
        </p:nvSpPr>
        <p:spPr>
          <a:xfrm>
            <a:off x="600297" y="569428"/>
            <a:ext cx="10927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what we have for Segments3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AFB6852-8883-06DD-B2A0-0FFF3A85B1DF}"/>
              </a:ext>
            </a:extLst>
          </p:cNvPr>
          <p:cNvGrpSpPr>
            <a:grpSpLocks noChangeAspect="1"/>
          </p:cNvGrpSpPr>
          <p:nvPr/>
        </p:nvGrpSpPr>
        <p:grpSpPr>
          <a:xfrm>
            <a:off x="5362381" y="986087"/>
            <a:ext cx="5347084" cy="4191487"/>
            <a:chOff x="6063866" y="1541448"/>
            <a:chExt cx="4371521" cy="342676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0BA3514-A93E-3B1A-27C7-01F96519C8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63866" y="1541448"/>
              <a:ext cx="4371521" cy="3426760"/>
            </a:xfrm>
            <a:prstGeom prst="rect">
              <a:avLst/>
            </a:prstGeom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151E9F3-FA49-1576-AB4A-07BD9D89A0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54788" y="3848100"/>
              <a:ext cx="1979762" cy="427193"/>
            </a:xfrm>
            <a:prstGeom prst="straightConnector1">
              <a:avLst/>
            </a:prstGeom>
            <a:ln w="889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C8B0532A-CE01-F858-28B8-7443A4008C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76" y="1274921"/>
            <a:ext cx="4730794" cy="3486191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FB833F3-8C38-F43A-8342-7BF850984DC8}"/>
              </a:ext>
            </a:extLst>
          </p:cNvPr>
          <p:cNvCxnSpPr>
            <a:cxnSpLocks/>
          </p:cNvCxnSpPr>
          <p:nvPr/>
        </p:nvCxnSpPr>
        <p:spPr>
          <a:xfrm>
            <a:off x="3191800" y="3024343"/>
            <a:ext cx="22197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2853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982E83-7A30-5B99-18E7-3F750D73B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588" y="1877518"/>
            <a:ext cx="3692578" cy="27694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8D2C19-D2E6-06D1-C4F8-90FDAF4D9BF4}"/>
              </a:ext>
            </a:extLst>
          </p:cNvPr>
          <p:cNvSpPr txBox="1"/>
          <p:nvPr/>
        </p:nvSpPr>
        <p:spPr>
          <a:xfrm>
            <a:off x="600297" y="569428"/>
            <a:ext cx="105823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what we have for Segments3 – the horizontal aspect ratio is correct, but I haven’t tracked down what the vertical aspect ratio is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14CCE8-FE0F-AF26-7FF7-C33011758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6818" y="1684396"/>
            <a:ext cx="4326486" cy="1222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16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199DC75-DDFF-8481-FDEF-663E1A3A6376}"/>
              </a:ext>
            </a:extLst>
          </p:cNvPr>
          <p:cNvSpPr txBox="1"/>
          <p:nvPr/>
        </p:nvSpPr>
        <p:spPr>
          <a:xfrm>
            <a:off x="1770180" y="1274678"/>
            <a:ext cx="1233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2AD0088-36CF-0110-B001-591094559521}"/>
              </a:ext>
            </a:extLst>
          </p:cNvPr>
          <p:cNvGrpSpPr>
            <a:grpSpLocks noChangeAspect="1"/>
          </p:cNvGrpSpPr>
          <p:nvPr/>
        </p:nvGrpSpPr>
        <p:grpSpPr>
          <a:xfrm>
            <a:off x="1905091" y="3288176"/>
            <a:ext cx="8159750" cy="3418497"/>
            <a:chOff x="2235547" y="3276316"/>
            <a:chExt cx="6312979" cy="264479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9FE75DA-BBB2-B605-15F1-80FD840D0D90}"/>
                </a:ext>
              </a:extLst>
            </p:cNvPr>
            <p:cNvSpPr txBox="1"/>
            <p:nvPr/>
          </p:nvSpPr>
          <p:spPr>
            <a:xfrm>
              <a:off x="2235547" y="4037853"/>
              <a:ext cx="928048" cy="3571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2A21AE1-B04A-721C-145E-012A042A5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82553" y="3276316"/>
              <a:ext cx="5665973" cy="2644799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64A20EC1-C5DB-D155-9ADD-7941716E9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845" y="216643"/>
            <a:ext cx="6287112" cy="3112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856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9FFA5A5-D063-CFED-F130-958436F63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034" y="-34350"/>
            <a:ext cx="7536474" cy="33582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99DC75-DDFF-8481-FDEF-663E1A3A6376}"/>
              </a:ext>
            </a:extLst>
          </p:cNvPr>
          <p:cNvSpPr txBox="1"/>
          <p:nvPr/>
        </p:nvSpPr>
        <p:spPr>
          <a:xfrm>
            <a:off x="114369" y="1274678"/>
            <a:ext cx="1233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9680B0-2806-DDAC-2873-068A8F0D3A65}"/>
              </a:ext>
            </a:extLst>
          </p:cNvPr>
          <p:cNvSpPr txBox="1"/>
          <p:nvPr/>
        </p:nvSpPr>
        <p:spPr>
          <a:xfrm>
            <a:off x="163797" y="4625893"/>
            <a:ext cx="1199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4B6B607-9D2C-24B0-3EF5-5C37390CE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108" y="3459137"/>
            <a:ext cx="7417530" cy="3243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098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132</Words>
  <Application>Microsoft Macintosh PowerPoint</Application>
  <PresentationFormat>Widescreen</PresentationFormat>
  <Paragraphs>32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19</cp:revision>
  <cp:lastPrinted>2026-09-21T02:33:33Z</cp:lastPrinted>
  <dcterms:created xsi:type="dcterms:W3CDTF">2026-09-17T01:14:10Z</dcterms:created>
  <dcterms:modified xsi:type="dcterms:W3CDTF">2026-09-21T02:59:31Z</dcterms:modified>
</cp:coreProperties>
</file>