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9929"/>
    <p:restoredTop sz="95994"/>
  </p:normalViewPr>
  <p:slideViewPr>
    <p:cSldViewPr snapToGrid="0">
      <p:cViewPr>
        <p:scale>
          <a:sx n="235" d="100"/>
          <a:sy n="235" d="100"/>
        </p:scale>
        <p:origin x="144" y="-5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0D25D-58CE-AEED-445D-8C89FE20D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0D5D22-CCB1-0EA6-F15F-9D7CC696E4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DA5137-9E44-CEAA-8688-67E3BAF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19B85-1B85-70E9-FEF6-61B0239D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F76C1-628C-B520-9DF3-100E76045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634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6B24-1136-549B-B07C-06D692596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9D4B10-D5F8-E3E9-84B0-2B4C75598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5C4CC-D333-7F0D-C251-42B622883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A3CAE-3560-6D3D-57D4-6DBA6945A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DB3D7-EDE8-F34A-1636-E2E17F8E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164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52339-60BF-4222-CF6E-AC99A60A3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C68932-7BC7-73B3-1EF4-91547CC0F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46E8A2-B910-DF1D-C124-2F1986D7E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2545F-753F-571E-7D06-A4BD6E4DA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8766A-A588-14BF-8DD9-CB7CD8F72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037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EF62-2328-31B6-C3EC-20E7E8951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F8F06-F422-D95B-DBA5-06EF4ADCB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60DEE-C126-379E-BEF4-16373B2E2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3328CD-65D5-9C49-64F2-25207E202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9572C-809F-71FB-9F38-E1C46F705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C5E61-B353-B168-F690-2C1FCE623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6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6A92-5758-5574-750F-E47BC092E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722B0C-A16C-41E8-047D-A5D755684B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2C9CA5-7808-D698-6232-8FBA1CE20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6669E0-A58F-528F-A46E-E5B45258C8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352677-6CBE-A552-D01D-CBA2D906A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1DFDF5-B0CC-4C63-DB4E-61670B8FC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1B55FD-3BAB-FBDA-EB1E-69BABF7B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74AA51-4BE2-6FD3-B8E0-FD230D20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155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3A989-0D4E-A0DF-2687-CA491917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AFD54-D8EB-A59A-1249-B5E8877BA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D32D7-A110-F0FB-DEEC-D808D6112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489B2-64BB-9763-529C-FE4804869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158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91805-5E75-B7BC-A0FF-AD4E87D5C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8A7F30-F3C3-D25F-C906-E3952C20D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B0998-E9EB-3D2A-DB67-BFB0EA820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69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607B4-30A5-280D-CF44-2F5128A8C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C0E30-9154-A8E2-3CBF-0FAA5CC64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24A923-7B1D-307B-36F4-279FE573F4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F56A54-50A5-F4EC-ACF1-26062B951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FF0EB8-940E-4D19-6089-7F8DD279D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54DEF-3367-0C11-2F53-97DA2842C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00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96902-0541-690B-80BB-6D8A7A04D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EA5946-FFA6-3E77-0161-F8A3959AF2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DC5C0D-B124-16AC-4577-692A44FC69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59E43-2266-1036-5F1F-179AB3BE1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71A8B-E8FB-E765-7C58-9857BF4D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16470D-7946-2344-C057-61A47735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74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81094-6711-42A5-F6AE-BA38AEAAF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8080B-0358-04D8-8DF2-19857F16B4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FBC8-9363-0FC0-8CFA-394C8031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944EC-ED8E-1997-51F2-D5A271D3F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3F73B-4E6E-5EF4-1C7D-743CFAB99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60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0208-5F14-E933-0A65-329A22A592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DAE43A-80E8-EDE8-1F13-C6D471551C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1B3E1-8145-D23E-6FCC-D4D8891B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CA5D7-3818-6A43-726D-460F8CBBA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78319-DE4C-35C3-8735-CA40E3B81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958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2E10E1-2CD0-6134-1718-4707DBE90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3CD29A-641B-96CB-5DED-378E55A68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44F4D-C74B-15B4-334C-9D7ECF07A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8679B-5683-0049-8DD0-2AC74A9489F6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47C02D-F804-B593-0CCF-33F4969D3C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1DCE0-F383-786D-AE7D-8B8D24D22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61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973A04-7622-EA1F-2A02-BAA45E395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08" y="1971909"/>
            <a:ext cx="4476762" cy="2238381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2794EF9-C5F7-DB85-79B8-32B55A660D0D}"/>
              </a:ext>
            </a:extLst>
          </p:cNvPr>
          <p:cNvGrpSpPr/>
          <p:nvPr/>
        </p:nvGrpSpPr>
        <p:grpSpPr>
          <a:xfrm>
            <a:off x="181960" y="743814"/>
            <a:ext cx="525517" cy="4756198"/>
            <a:chOff x="2448910" y="868999"/>
            <a:chExt cx="525517" cy="475619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1BB3A7C-18BF-0E9A-D07F-72782A243A65}"/>
                </a:ext>
              </a:extLst>
            </p:cNvPr>
            <p:cNvSpPr txBox="1"/>
            <p:nvPr/>
          </p:nvSpPr>
          <p:spPr>
            <a:xfrm>
              <a:off x="2448910" y="868999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(a)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FC038CD-A11C-B1CB-E555-7564E8268216}"/>
                </a:ext>
              </a:extLst>
            </p:cNvPr>
            <p:cNvSpPr txBox="1"/>
            <p:nvPr/>
          </p:nvSpPr>
          <p:spPr>
            <a:xfrm>
              <a:off x="2448910" y="3113688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(b)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2C86A87-D47B-56AE-3D0E-0D572B14B9DB}"/>
                </a:ext>
              </a:extLst>
            </p:cNvPr>
            <p:cNvSpPr txBox="1"/>
            <p:nvPr/>
          </p:nvSpPr>
          <p:spPr>
            <a:xfrm>
              <a:off x="2448910" y="5255865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(c)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D61F37D1-05C7-A8F6-129E-A9542AD77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60" y="4244707"/>
            <a:ext cx="4509310" cy="22546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897F97-2B00-B53B-3B76-B869095E5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73" y="318264"/>
            <a:ext cx="4119005" cy="1783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29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07540E-D561-5162-473D-636D66E2B74A}"/>
              </a:ext>
            </a:extLst>
          </p:cNvPr>
          <p:cNvGrpSpPr/>
          <p:nvPr/>
        </p:nvGrpSpPr>
        <p:grpSpPr>
          <a:xfrm>
            <a:off x="181960" y="743814"/>
            <a:ext cx="525517" cy="4756198"/>
            <a:chOff x="2448910" y="868999"/>
            <a:chExt cx="525517" cy="475619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A46178-8622-F6B2-2510-B5F39FE7A262}"/>
                </a:ext>
              </a:extLst>
            </p:cNvPr>
            <p:cNvSpPr txBox="1"/>
            <p:nvPr/>
          </p:nvSpPr>
          <p:spPr>
            <a:xfrm>
              <a:off x="2448910" y="868999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(a)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2289DD-A89F-ED4C-6EB4-E35EBBC23414}"/>
                </a:ext>
              </a:extLst>
            </p:cNvPr>
            <p:cNvSpPr txBox="1"/>
            <p:nvPr/>
          </p:nvSpPr>
          <p:spPr>
            <a:xfrm>
              <a:off x="2448910" y="3113688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(b)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CA9599-887F-9A67-CBF5-958CA54B2402}"/>
                </a:ext>
              </a:extLst>
            </p:cNvPr>
            <p:cNvSpPr txBox="1"/>
            <p:nvPr/>
          </p:nvSpPr>
          <p:spPr>
            <a:xfrm>
              <a:off x="2448910" y="5255865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(c)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3A7AB1F-EA84-CD8C-0598-F3E3C2049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2" y="4433992"/>
            <a:ext cx="4248151" cy="18880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336697D-183A-3E5E-EF48-F9D43CEA5D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74" y="2394232"/>
            <a:ext cx="4169671" cy="18531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42B7DD-8B9A-1673-F220-16BEAF824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280" y="384646"/>
            <a:ext cx="4169669" cy="185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566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1119</TotalTime>
  <Words>18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7</cp:revision>
  <cp:lastPrinted>2026-09-01T01:59:52Z</cp:lastPrinted>
  <dcterms:created xsi:type="dcterms:W3CDTF">2026-09-01T00:14:56Z</dcterms:created>
  <dcterms:modified xsi:type="dcterms:W3CDTF">2026-09-02T16:48:33Z</dcterms:modified>
</cp:coreProperties>
</file>