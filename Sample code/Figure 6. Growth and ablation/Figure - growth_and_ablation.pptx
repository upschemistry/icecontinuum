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81" r:id="rId2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04"/>
    <p:restoredTop sz="95994"/>
  </p:normalViewPr>
  <p:slideViewPr>
    <p:cSldViewPr snapToGrid="0">
      <p:cViewPr varScale="1">
        <p:scale>
          <a:sx n="121" d="100"/>
          <a:sy n="121" d="100"/>
        </p:scale>
        <p:origin x="1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0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9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0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2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1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1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3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0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9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3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5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A4F955-D612-FD30-5FA2-F2EEB691FA5D}"/>
              </a:ext>
            </a:extLst>
          </p:cNvPr>
          <p:cNvGrpSpPr>
            <a:grpSpLocks noChangeAspect="1"/>
          </p:cNvGrpSpPr>
          <p:nvPr/>
        </p:nvGrpSpPr>
        <p:grpSpPr>
          <a:xfrm>
            <a:off x="33079" y="197956"/>
            <a:ext cx="4517901" cy="5870153"/>
            <a:chOff x="-2029931" y="1145734"/>
            <a:chExt cx="3427251" cy="44530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407540E-D561-5162-473D-636D66E2B74A}"/>
                </a:ext>
              </a:extLst>
            </p:cNvPr>
            <p:cNvGrpSpPr/>
            <p:nvPr/>
          </p:nvGrpSpPr>
          <p:grpSpPr>
            <a:xfrm>
              <a:off x="-2029931" y="1630381"/>
              <a:ext cx="394139" cy="1723274"/>
              <a:chOff x="2608372" y="1156027"/>
              <a:chExt cx="525518" cy="229769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46178-8622-F6B2-2510-B5F39FE7A262}"/>
                  </a:ext>
                </a:extLst>
              </p:cNvPr>
              <p:cNvSpPr txBox="1"/>
              <p:nvPr/>
            </p:nvSpPr>
            <p:spPr>
              <a:xfrm>
                <a:off x="2608373" y="1156027"/>
                <a:ext cx="525517" cy="303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2289DD-A89F-ED4C-6EB4-E35EBBC23414}"/>
                  </a:ext>
                </a:extLst>
              </p:cNvPr>
              <p:cNvSpPr txBox="1"/>
              <p:nvPr/>
            </p:nvSpPr>
            <p:spPr>
              <a:xfrm>
                <a:off x="2608372" y="3150202"/>
                <a:ext cx="525517" cy="303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1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3A7AB1F-EA84-CD8C-0598-F3E3C204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788793" y="4182745"/>
              <a:ext cx="3186113" cy="14160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36697D-183A-3E5E-EF48-F9D43CEA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747519" y="2652925"/>
              <a:ext cx="3127253" cy="138989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42B7DD-8B9A-1673-F220-16BEAF824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748790" y="1145734"/>
              <a:ext cx="3127252" cy="138989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2548C7-1986-7B72-62CF-F7FB3D716DB0}"/>
              </a:ext>
            </a:extLst>
          </p:cNvPr>
          <p:cNvSpPr txBox="1"/>
          <p:nvPr/>
        </p:nvSpPr>
        <p:spPr>
          <a:xfrm>
            <a:off x="37373" y="4866218"/>
            <a:ext cx="51956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256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8690</TotalTime>
  <Words>9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15</cp:revision>
  <cp:lastPrinted>2026-09-01T01:59:52Z</cp:lastPrinted>
  <dcterms:created xsi:type="dcterms:W3CDTF">2026-09-01T00:14:56Z</dcterms:created>
  <dcterms:modified xsi:type="dcterms:W3CDTF">2026-10-26T15:44:24Z</dcterms:modified>
</cp:coreProperties>
</file>