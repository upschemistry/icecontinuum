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81" r:id="rId2"/>
  </p:sldIdLst>
  <p:sldSz cx="4572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19"/>
    <p:restoredTop sz="95994"/>
  </p:normalViewPr>
  <p:slideViewPr>
    <p:cSldViewPr snapToGrid="0">
      <p:cViewPr varScale="1">
        <p:scale>
          <a:sx n="121" d="100"/>
          <a:sy n="121" d="100"/>
        </p:scale>
        <p:origin x="20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1047539"/>
            <a:ext cx="3886200" cy="2228427"/>
          </a:xfrm>
        </p:spPr>
        <p:txBody>
          <a:bodyPr anchor="b"/>
          <a:lstStyle>
            <a:lvl1pPr algn="ctr"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" y="3361902"/>
            <a:ext cx="3429000" cy="1545378"/>
          </a:xfrm>
        </p:spPr>
        <p:txBody>
          <a:bodyPr/>
          <a:lstStyle>
            <a:lvl1pPr marL="0" indent="0" algn="ctr">
              <a:buNone/>
              <a:defRPr sz="1200"/>
            </a:lvl1pPr>
            <a:lvl2pPr marL="228600" indent="0" algn="ctr">
              <a:buNone/>
              <a:defRPr sz="1000"/>
            </a:lvl2pPr>
            <a:lvl3pPr marL="457200" indent="0" algn="ctr">
              <a:buNone/>
              <a:defRPr sz="900"/>
            </a:lvl3pPr>
            <a:lvl4pPr marL="685800" indent="0" algn="ctr">
              <a:buNone/>
              <a:defRPr sz="800"/>
            </a:lvl4pPr>
            <a:lvl5pPr marL="914400" indent="0" algn="ctr">
              <a:buNone/>
              <a:defRPr sz="800"/>
            </a:lvl5pPr>
            <a:lvl6pPr marL="1143000" indent="0" algn="ctr">
              <a:buNone/>
              <a:defRPr sz="800"/>
            </a:lvl6pPr>
            <a:lvl7pPr marL="1371600" indent="0" algn="ctr">
              <a:buNone/>
              <a:defRPr sz="800"/>
            </a:lvl7pPr>
            <a:lvl8pPr marL="1600200" indent="0" algn="ctr">
              <a:buNone/>
              <a:defRPr sz="800"/>
            </a:lvl8pPr>
            <a:lvl9pPr marL="1828800" indent="0" algn="ctr">
              <a:buNone/>
              <a:defRPr sz="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04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397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" y="1595757"/>
            <a:ext cx="3943350" cy="2662555"/>
          </a:xfrm>
        </p:spPr>
        <p:txBody>
          <a:bodyPr anchor="b"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" y="4283500"/>
            <a:ext cx="3943350" cy="1400175"/>
          </a:xfrm>
        </p:spPr>
        <p:txBody>
          <a:bodyPr/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4572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6858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9144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1430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3716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6002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182880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005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" y="1703917"/>
            <a:ext cx="194310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22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" y="340785"/>
            <a:ext cx="394335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" y="1569085"/>
            <a:ext cx="1934170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" y="2338070"/>
            <a:ext cx="1934170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" y="1569085"/>
            <a:ext cx="1943696" cy="768985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8600" indent="0">
              <a:buNone/>
              <a:defRPr sz="1000" b="1"/>
            </a:lvl2pPr>
            <a:lvl3pPr marL="457200" indent="0">
              <a:buNone/>
              <a:defRPr sz="900" b="1"/>
            </a:lvl3pPr>
            <a:lvl4pPr marL="685800" indent="0">
              <a:buNone/>
              <a:defRPr sz="800" b="1"/>
            </a:lvl4pPr>
            <a:lvl5pPr marL="914400" indent="0">
              <a:buNone/>
              <a:defRPr sz="800" b="1"/>
            </a:lvl5pPr>
            <a:lvl6pPr marL="1143000" indent="0">
              <a:buNone/>
              <a:defRPr sz="800" b="1"/>
            </a:lvl6pPr>
            <a:lvl7pPr marL="1371600" indent="0">
              <a:buNone/>
              <a:defRPr sz="800" b="1"/>
            </a:lvl7pPr>
            <a:lvl8pPr marL="1600200" indent="0">
              <a:buNone/>
              <a:defRPr sz="800" b="1"/>
            </a:lvl8pPr>
            <a:lvl9pPr marL="1828800" indent="0">
              <a:buNone/>
              <a:defRPr sz="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" y="2338070"/>
            <a:ext cx="1943696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317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315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432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" y="921598"/>
            <a:ext cx="2314575" cy="4548717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9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1" y="426720"/>
            <a:ext cx="1474589" cy="1493520"/>
          </a:xfrm>
        </p:spPr>
        <p:txBody>
          <a:bodyPr anchor="b"/>
          <a:lstStyle>
            <a:lvl1pPr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" y="921598"/>
            <a:ext cx="2314575" cy="4548717"/>
          </a:xfrm>
        </p:spPr>
        <p:txBody>
          <a:bodyPr anchor="t"/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000"/>
            </a:lvl4pPr>
            <a:lvl5pPr marL="914400" indent="0">
              <a:buNone/>
              <a:defRPr sz="1000"/>
            </a:lvl5pPr>
            <a:lvl6pPr marL="1143000" indent="0">
              <a:buNone/>
              <a:defRPr sz="1000"/>
            </a:lvl6pPr>
            <a:lvl7pPr marL="1371600" indent="0">
              <a:buNone/>
              <a:defRPr sz="1000"/>
            </a:lvl7pPr>
            <a:lvl8pPr marL="1600200" indent="0">
              <a:buNone/>
              <a:defRPr sz="1000"/>
            </a:lvl8pPr>
            <a:lvl9pPr marL="1828800" indent="0">
              <a:buNone/>
              <a:defRPr sz="1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1" y="1920240"/>
            <a:ext cx="1474589" cy="3557482"/>
          </a:xfrm>
        </p:spPr>
        <p:txBody>
          <a:bodyPr/>
          <a:lstStyle>
            <a:lvl1pPr marL="0" indent="0">
              <a:buNone/>
              <a:defRPr sz="800"/>
            </a:lvl1pPr>
            <a:lvl2pPr marL="228600" indent="0">
              <a:buNone/>
              <a:defRPr sz="700"/>
            </a:lvl2pPr>
            <a:lvl3pPr marL="457200" indent="0">
              <a:buNone/>
              <a:defRPr sz="600"/>
            </a:lvl3pPr>
            <a:lvl4pPr marL="685800" indent="0">
              <a:buNone/>
              <a:defRPr sz="500"/>
            </a:lvl4pPr>
            <a:lvl5pPr marL="914400" indent="0">
              <a:buNone/>
              <a:defRPr sz="500"/>
            </a:lvl5pPr>
            <a:lvl6pPr marL="1143000" indent="0">
              <a:buNone/>
              <a:defRPr sz="500"/>
            </a:lvl6pPr>
            <a:lvl7pPr marL="1371600" indent="0">
              <a:buNone/>
              <a:defRPr sz="500"/>
            </a:lvl7pPr>
            <a:lvl8pPr marL="1600200" indent="0">
              <a:buNone/>
              <a:defRPr sz="500"/>
            </a:lvl8pPr>
            <a:lvl9pPr marL="1828800" indent="0">
              <a:buNone/>
              <a:defRPr sz="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04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39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8" y="340783"/>
            <a:ext cx="985838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" y="340783"/>
            <a:ext cx="2900363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3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" y="340785"/>
            <a:ext cx="394335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" y="1703917"/>
            <a:ext cx="394335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8679B-5683-0049-8DD0-2AC74A9489F6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" y="5932595"/>
            <a:ext cx="154305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" y="5932595"/>
            <a:ext cx="102870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85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457200" rtl="0" eaLnBrk="1" latinLnBrk="0" hangingPunct="1">
        <a:lnSpc>
          <a:spcPct val="90000"/>
        </a:lnSpc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" indent="-114300" algn="l" defTabSz="4572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lnSpc>
          <a:spcPct val="90000"/>
        </a:lnSpc>
        <a:spcBef>
          <a:spcPts val="25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1A4F955-D612-FD30-5FA2-F2EEB691FA5D}"/>
              </a:ext>
            </a:extLst>
          </p:cNvPr>
          <p:cNvGrpSpPr>
            <a:grpSpLocks noChangeAspect="1"/>
          </p:cNvGrpSpPr>
          <p:nvPr/>
        </p:nvGrpSpPr>
        <p:grpSpPr>
          <a:xfrm>
            <a:off x="33079" y="197956"/>
            <a:ext cx="4517901" cy="5870153"/>
            <a:chOff x="-2029931" y="1145734"/>
            <a:chExt cx="3427251" cy="4453061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07540E-D561-5162-473D-636D66E2B74A}"/>
                </a:ext>
              </a:extLst>
            </p:cNvPr>
            <p:cNvGrpSpPr/>
            <p:nvPr/>
          </p:nvGrpSpPr>
          <p:grpSpPr>
            <a:xfrm>
              <a:off x="-2029931" y="1415111"/>
              <a:ext cx="394139" cy="1874761"/>
              <a:chOff x="2608372" y="868999"/>
              <a:chExt cx="525518" cy="2499681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46178-8622-F6B2-2510-B5F39FE7A262}"/>
                  </a:ext>
                </a:extLst>
              </p:cNvPr>
              <p:cNvSpPr txBox="1"/>
              <p:nvPr/>
            </p:nvSpPr>
            <p:spPr>
              <a:xfrm>
                <a:off x="2608373" y="868999"/>
                <a:ext cx="525517" cy="303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3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135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lang="en-US" sz="13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2289DD-A89F-ED4C-6EB4-E35EBBC23414}"/>
                  </a:ext>
                </a:extLst>
              </p:cNvPr>
              <p:cNvSpPr txBox="1"/>
              <p:nvPr/>
            </p:nvSpPr>
            <p:spPr>
              <a:xfrm>
                <a:off x="2608372" y="3065160"/>
                <a:ext cx="525517" cy="3035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3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135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sz="13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p:grp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3A7AB1F-EA84-CD8C-0598-F3E3C2049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788793" y="4182745"/>
              <a:ext cx="3186113" cy="141605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336697D-183A-3E5E-EF48-F9D43CEA5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747519" y="2652925"/>
              <a:ext cx="3127253" cy="138989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F42B7DD-8B9A-1673-F220-16BEAF8249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748790" y="1145734"/>
              <a:ext cx="3127252" cy="13898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42548C7-1986-7B72-62CF-F7FB3D716DB0}"/>
              </a:ext>
            </a:extLst>
          </p:cNvPr>
          <p:cNvSpPr txBox="1"/>
          <p:nvPr/>
        </p:nvSpPr>
        <p:spPr>
          <a:xfrm>
            <a:off x="37373" y="4834688"/>
            <a:ext cx="519565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72566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7962</TotalTime>
  <Words>9</Words>
  <Application>Microsoft Macintosh PowerPoint</Application>
  <PresentationFormat>Custom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14</cp:revision>
  <cp:lastPrinted>2026-09-01T01:59:52Z</cp:lastPrinted>
  <dcterms:created xsi:type="dcterms:W3CDTF">2026-09-01T00:14:56Z</dcterms:created>
  <dcterms:modified xsi:type="dcterms:W3CDTF">2026-09-17T15:13:34Z</dcterms:modified>
</cp:coreProperties>
</file>