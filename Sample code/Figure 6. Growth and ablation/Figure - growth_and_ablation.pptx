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80" r:id="rId2"/>
    <p:sldId id="281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 horzBarState="maximized">
    <p:restoredLeft sz="9929"/>
    <p:restoredTop sz="95994"/>
  </p:normalViewPr>
  <p:slideViewPr>
    <p:cSldViewPr snapToGrid="0">
      <p:cViewPr>
        <p:scale>
          <a:sx n="109" d="100"/>
          <a:sy n="109" d="100"/>
        </p:scale>
        <p:origin x="704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10D25D-58CE-AEED-445D-8C89FE20DFB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C0D5D22-CCB1-0EA6-F15F-9D7CC696E4F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DA5137-9E44-CEAA-8688-67E3BAFDEA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8679B-5683-0049-8DD0-2AC74A9489F6}" type="datetimeFigureOut">
              <a:rPr lang="en-US" smtClean="0"/>
              <a:t>9/2/26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B19B85-1B85-70E9-FEF6-61B0239D49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CF76C1-628C-B520-9DF3-100E760452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0DC009-3A86-194C-9CF5-138DAA5F89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16345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F6B24-1136-549B-B07C-06D6925966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9D4B10-D5F8-E3E9-84B0-2B4C755985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95C4CC-D333-7F0D-C251-42B622883B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8679B-5683-0049-8DD0-2AC74A9489F6}" type="datetimeFigureOut">
              <a:rPr lang="en-US" smtClean="0"/>
              <a:t>9/2/26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8A3CAE-3560-6D3D-57D4-6DBA6945A0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6DB3D7-EDE8-F34A-1636-E2E17F8ED7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0DC009-3A86-194C-9CF5-138DAA5F89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21648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E52339-60BF-4222-CF6E-AC99A60A31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C68932-7BC7-73B3-1EF4-91547CC0F5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46E8A2-B910-DF1D-C124-2F1986D7E9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8679B-5683-0049-8DD0-2AC74A9489F6}" type="datetimeFigureOut">
              <a:rPr lang="en-US" smtClean="0"/>
              <a:t>9/2/26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F2545F-753F-571E-7D06-A4BD6E4DAB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F8766A-A588-14BF-8DD9-CB7CD8F72E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0DC009-3A86-194C-9CF5-138DAA5F89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60376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FEF62-2328-31B6-C3EC-20E7E8951E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3F8F06-F422-D95B-DBA5-06EF4ADCB8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D60DEE-C126-379E-BEF4-16373B2E2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23328CD-65D5-9C49-64F2-25207E2022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8679B-5683-0049-8DD0-2AC74A9489F6}" type="datetimeFigureOut">
              <a:rPr lang="en-US" smtClean="0"/>
              <a:t>9/2/26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E9572C-809F-71FB-9F38-E1C46F7051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3C5E61-B353-B168-F690-2C1FCE6230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0DC009-3A86-194C-9CF5-138DAA5F89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20069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1F6A92-5758-5574-750F-E47BC092EE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4722B0C-A16C-41E8-047D-A5D755684B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B2C9CA5-7808-D698-6232-8FBA1CE20D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06669E0-A58F-528F-A46E-E5B45258C85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6352677-6CBE-A552-D01D-CBA2D906AB8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51DFDF5-B0CC-4C63-DB4E-61670B8FC7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8679B-5683-0049-8DD0-2AC74A9489F6}" type="datetimeFigureOut">
              <a:rPr lang="en-US" smtClean="0"/>
              <a:t>9/2/26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61B55FD-3BAB-FBDA-EB1E-69BABF7B8C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74AA51-4BE2-6FD3-B8E0-FD230D20A4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0DC009-3A86-194C-9CF5-138DAA5F89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11553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73A989-0D4E-A0DF-2687-CA4919171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FAFD54-D8EB-A59A-1249-B5E8877BAD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8679B-5683-0049-8DD0-2AC74A9489F6}" type="datetimeFigureOut">
              <a:rPr lang="en-US" smtClean="0"/>
              <a:t>9/2/26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88D32D7-A110-F0FB-DEEC-D808D61128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0489B2-64BB-9763-529C-FE48048690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0DC009-3A86-194C-9CF5-138DAA5F89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71585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B791805-5E75-B7BC-A0FF-AD4E87D5C7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8679B-5683-0049-8DD0-2AC74A9489F6}" type="datetimeFigureOut">
              <a:rPr lang="en-US" smtClean="0"/>
              <a:t>9/2/26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48A7F30-F3C3-D25F-C906-E3952C20DE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EB0998-E9EB-3D2A-DB67-BFB0EA8200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0DC009-3A86-194C-9CF5-138DAA5F89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2695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A607B4-30A5-280D-CF44-2F5128A8CD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FC0E30-9154-A8E2-3CBF-0FAA5CC647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724A923-7B1D-307B-36F4-279FE573F4D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2F56A54-50A5-F4EC-ACF1-26062B9512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8679B-5683-0049-8DD0-2AC74A9489F6}" type="datetimeFigureOut">
              <a:rPr lang="en-US" smtClean="0"/>
              <a:t>9/2/26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FF0EB8-940E-4D19-6089-7F8DD279DE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A54DEF-3367-0C11-2F53-97DA2842C2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0DC009-3A86-194C-9CF5-138DAA5F89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09004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396902-0541-690B-80BB-6D8A7A04DC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FEA5946-FFA6-3E77-0161-F8A3959AF29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6DC5C0D-B124-16AC-4577-692A44FC69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A59E43-2266-1036-5F1F-179AB3BE1B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8679B-5683-0049-8DD0-2AC74A9489F6}" type="datetimeFigureOut">
              <a:rPr lang="en-US" smtClean="0"/>
              <a:t>9/2/26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071A8B-E8FB-E765-7C58-9857BF4D91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16470D-7946-2344-C057-61A477352D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0DC009-3A86-194C-9CF5-138DAA5F89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02746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081094-6711-42A5-F6AE-BA38AEAAFA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38080B-0358-04D8-8DF2-19857F16B4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7CFBC8-9363-0FC0-8CFA-394C8031A4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8679B-5683-0049-8DD0-2AC74A9489F6}" type="datetimeFigureOut">
              <a:rPr lang="en-US" smtClean="0"/>
              <a:t>9/2/26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4944EC-ED8E-1997-51F2-D5A271D3FB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73F73B-4E6E-5EF4-1C7D-743CFAB99D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0DC009-3A86-194C-9CF5-138DAA5F89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36017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E840208-5F14-E933-0A65-329A22A5922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7DAE43A-80E8-EDE8-1F13-C6D471551C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91B3E1-8145-D23E-6FCC-D4D8891B8D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8679B-5683-0049-8DD0-2AC74A9489F6}" type="datetimeFigureOut">
              <a:rPr lang="en-US" smtClean="0"/>
              <a:t>9/2/26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4CA5D7-3818-6A43-726D-460F8CBBA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178319-DE4C-35C3-8735-CA40E3B81F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0DC009-3A86-194C-9CF5-138DAA5F89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69587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72E10E1-2CD0-6134-1718-4707DBE90C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3CD29A-641B-96CB-5DED-378E55A68F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E44F4D-C74B-15B4-334C-9D7ECF07AD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18679B-5683-0049-8DD0-2AC74A9489F6}" type="datetimeFigureOut">
              <a:rPr lang="en-US" smtClean="0"/>
              <a:t>9/2/26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47C02D-F804-B593-0CCF-33F4969D3C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E1DCE0-F383-786D-AE7D-8B8D24D229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60DC009-3A86-194C-9CF5-138DAA5F89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610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52794EF9-C5F7-DB85-79B8-32B55A660D0D}"/>
              </a:ext>
            </a:extLst>
          </p:cNvPr>
          <p:cNvGrpSpPr/>
          <p:nvPr/>
        </p:nvGrpSpPr>
        <p:grpSpPr>
          <a:xfrm>
            <a:off x="181960" y="743814"/>
            <a:ext cx="525517" cy="4756198"/>
            <a:chOff x="2448910" y="868999"/>
            <a:chExt cx="525517" cy="4756198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C1BB3A7C-18BF-0E9A-D07F-72782A243A65}"/>
                </a:ext>
              </a:extLst>
            </p:cNvPr>
            <p:cNvSpPr txBox="1"/>
            <p:nvPr/>
          </p:nvSpPr>
          <p:spPr>
            <a:xfrm>
              <a:off x="2448910" y="868999"/>
              <a:ext cx="52551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(a)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DFC038CD-A11C-B1CB-E555-7564E8268216}"/>
                </a:ext>
              </a:extLst>
            </p:cNvPr>
            <p:cNvSpPr txBox="1"/>
            <p:nvPr/>
          </p:nvSpPr>
          <p:spPr>
            <a:xfrm>
              <a:off x="2448910" y="3113688"/>
              <a:ext cx="52551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(b)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42C86A87-D47B-56AE-3D0E-0D572B14B9DB}"/>
                </a:ext>
              </a:extLst>
            </p:cNvPr>
            <p:cNvSpPr txBox="1"/>
            <p:nvPr/>
          </p:nvSpPr>
          <p:spPr>
            <a:xfrm>
              <a:off x="2448910" y="5255865"/>
              <a:ext cx="52551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(c)</a:t>
              </a:r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D61F37D1-05C7-A8F6-129E-A9542AD777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060" y="4244707"/>
            <a:ext cx="4509310" cy="2254655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EBF3DD6-5020-D9F5-1CD5-DB1D3083A0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641" y="2427973"/>
            <a:ext cx="4084182" cy="1815192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837E5BC-8658-B1F2-A475-9C1829739A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4641" y="342381"/>
            <a:ext cx="4084182" cy="1815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4299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1407540E-D561-5162-473D-636D66E2B74A}"/>
              </a:ext>
            </a:extLst>
          </p:cNvPr>
          <p:cNvGrpSpPr/>
          <p:nvPr/>
        </p:nvGrpSpPr>
        <p:grpSpPr>
          <a:xfrm>
            <a:off x="181960" y="743814"/>
            <a:ext cx="525517" cy="4756198"/>
            <a:chOff x="2448910" y="868999"/>
            <a:chExt cx="525517" cy="4756198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B2A46178-8622-F6B2-2510-B5F39FE7A262}"/>
                </a:ext>
              </a:extLst>
            </p:cNvPr>
            <p:cNvSpPr txBox="1"/>
            <p:nvPr/>
          </p:nvSpPr>
          <p:spPr>
            <a:xfrm>
              <a:off x="2448910" y="868999"/>
              <a:ext cx="52551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(a)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02289DD-A89F-ED4C-6EB4-E35EBBC23414}"/>
                </a:ext>
              </a:extLst>
            </p:cNvPr>
            <p:cNvSpPr txBox="1"/>
            <p:nvPr/>
          </p:nvSpPr>
          <p:spPr>
            <a:xfrm>
              <a:off x="2448910" y="3113688"/>
              <a:ext cx="52551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(b)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ECA9599-887F-9A67-CBF5-958CA54B2402}"/>
                </a:ext>
              </a:extLst>
            </p:cNvPr>
            <p:cNvSpPr txBox="1"/>
            <p:nvPr/>
          </p:nvSpPr>
          <p:spPr>
            <a:xfrm>
              <a:off x="2448910" y="5255865"/>
              <a:ext cx="52551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(c)</a:t>
              </a:r>
            </a:p>
          </p:txBody>
        </p:sp>
      </p:grpSp>
      <p:pic>
        <p:nvPicPr>
          <p:cNvPr id="10" name="Picture 9">
            <a:extLst>
              <a:ext uri="{FF2B5EF4-FFF2-40B4-BE49-F238E27FC236}">
                <a16:creationId xmlns:a16="http://schemas.microsoft.com/office/drawing/2014/main" id="{33A7AB1F-EA84-CD8C-0598-F3E3C20494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2" y="4433992"/>
            <a:ext cx="4248151" cy="188806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336697D-183A-3E5E-EF48-F9D43CEA5D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974" y="2394232"/>
            <a:ext cx="4169671" cy="185318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F42B7DD-8B9A-1673-F220-16BEAF8249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6280" y="384646"/>
            <a:ext cx="4169669" cy="18531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25663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1121</TotalTime>
  <Words>18</Words>
  <Application>Microsoft Macintosh PowerPoint</Application>
  <PresentationFormat>Widescreen</PresentationFormat>
  <Paragraphs>6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Steven</dc:creator>
  <cp:lastModifiedBy>Steven</cp:lastModifiedBy>
  <cp:revision>8</cp:revision>
  <cp:lastPrinted>2026-09-01T01:59:52Z</cp:lastPrinted>
  <dcterms:created xsi:type="dcterms:W3CDTF">2026-09-01T00:14:56Z</dcterms:created>
  <dcterms:modified xsi:type="dcterms:W3CDTF">2026-09-03T03:58:14Z</dcterms:modified>
</cp:coreProperties>
</file>